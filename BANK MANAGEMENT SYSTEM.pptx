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6" r:id="rId2"/>
    <p:sldMasterId id="2147483660" r:id="rId3"/>
    <p:sldMasterId id="2147483670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86" r:id="rId11"/>
    <p:sldId id="287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82" r:id="rId29"/>
    <p:sldId id="284" r:id="rId30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989686-9BE0-426F-B5C8-60126ABAABE9}" v="6" dt="2025-06-20T11:31:49.4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00" d="100"/>
          <a:sy n="300" d="100"/>
        </p:scale>
        <p:origin x="-9782" y="-18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microsoft.com/office/2016/11/relationships/changesInfo" Target="changesInfos/changesInfo1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ABIH ULLAH" userId="1af094979d0d7998" providerId="LiveId" clId="{81989686-9BE0-426F-B5C8-60126ABAABE9}"/>
    <pc:docChg chg="undo custSel modSld delMainMaster">
      <pc:chgData name="ZABIH ULLAH" userId="1af094979d0d7998" providerId="LiveId" clId="{81989686-9BE0-426F-B5C8-60126ABAABE9}" dt="2025-06-20T11:32:03.886" v="49" actId="9405"/>
      <pc:docMkLst>
        <pc:docMk/>
      </pc:docMkLst>
      <pc:sldChg chg="addSp delSp modSp mod">
        <pc:chgData name="ZABIH ULLAH" userId="1af094979d0d7998" providerId="LiveId" clId="{81989686-9BE0-426F-B5C8-60126ABAABE9}" dt="2025-06-20T11:32:03.886" v="49" actId="9405"/>
        <pc:sldMkLst>
          <pc:docMk/>
          <pc:sldMk cId="2278767097" sldId="287"/>
        </pc:sldMkLst>
        <pc:spChg chg="add mod">
          <ac:chgData name="ZABIH ULLAH" userId="1af094979d0d7998" providerId="LiveId" clId="{81989686-9BE0-426F-B5C8-60126ABAABE9}" dt="2025-06-20T11:27:12.150" v="1" actId="1076"/>
          <ac:spMkLst>
            <pc:docMk/>
            <pc:sldMk cId="2278767097" sldId="287"/>
            <ac:spMk id="2" creationId="{B482609F-5437-675D-E6AC-8F0A38E2BF30}"/>
          </ac:spMkLst>
        </pc:spChg>
        <pc:spChg chg="add">
          <ac:chgData name="ZABIH ULLAH" userId="1af094979d0d7998" providerId="LiveId" clId="{81989686-9BE0-426F-B5C8-60126ABAABE9}" dt="2025-06-20T11:27:24.695" v="3" actId="11529"/>
          <ac:spMkLst>
            <pc:docMk/>
            <pc:sldMk cId="2278767097" sldId="287"/>
            <ac:spMk id="3" creationId="{A89B9DF2-9DC4-EBD1-B6B8-A18C28F9C856}"/>
          </ac:spMkLst>
        </pc:spChg>
        <pc:spChg chg="add">
          <ac:chgData name="ZABIH ULLAH" userId="1af094979d0d7998" providerId="LiveId" clId="{81989686-9BE0-426F-B5C8-60126ABAABE9}" dt="2025-06-20T11:27:35.703" v="4" actId="11529"/>
          <ac:spMkLst>
            <pc:docMk/>
            <pc:sldMk cId="2278767097" sldId="287"/>
            <ac:spMk id="4" creationId="{3550617E-60CE-26FE-152E-B953DCA7941F}"/>
          </ac:spMkLst>
        </pc:spChg>
        <pc:spChg chg="add">
          <ac:chgData name="ZABIH ULLAH" userId="1af094979d0d7998" providerId="LiveId" clId="{81989686-9BE0-426F-B5C8-60126ABAABE9}" dt="2025-06-20T11:27:45.491" v="5" actId="11529"/>
          <ac:spMkLst>
            <pc:docMk/>
            <pc:sldMk cId="2278767097" sldId="287"/>
            <ac:spMk id="8" creationId="{B889D0A3-6F3E-32BE-431F-1E891CEF1E71}"/>
          </ac:spMkLst>
        </pc:spChg>
        <pc:spChg chg="add">
          <ac:chgData name="ZABIH ULLAH" userId="1af094979d0d7998" providerId="LiveId" clId="{81989686-9BE0-426F-B5C8-60126ABAABE9}" dt="2025-06-20T11:28:02.748" v="7" actId="11529"/>
          <ac:spMkLst>
            <pc:docMk/>
            <pc:sldMk cId="2278767097" sldId="287"/>
            <ac:spMk id="9" creationId="{BAABFB48-2B41-2B80-ACD0-DC8400868F73}"/>
          </ac:spMkLst>
        </pc:spChg>
        <pc:spChg chg="add mod">
          <ac:chgData name="ZABIH ULLAH" userId="1af094979d0d7998" providerId="LiveId" clId="{81989686-9BE0-426F-B5C8-60126ABAABE9}" dt="2025-06-20T11:30:55.685" v="36" actId="1076"/>
          <ac:spMkLst>
            <pc:docMk/>
            <pc:sldMk cId="2278767097" sldId="287"/>
            <ac:spMk id="27" creationId="{E4BF04AE-C2C4-B4A5-8B7C-B07A8B3ADE0B}"/>
          </ac:spMkLst>
        </pc:spChg>
        <pc:spChg chg="add">
          <ac:chgData name="ZABIH ULLAH" userId="1af094979d0d7998" providerId="LiveId" clId="{81989686-9BE0-426F-B5C8-60126ABAABE9}" dt="2025-06-20T11:30:12.815" v="31" actId="11529"/>
          <ac:spMkLst>
            <pc:docMk/>
            <pc:sldMk cId="2278767097" sldId="287"/>
            <ac:spMk id="28" creationId="{66D44068-87F3-9925-15D2-B8C2E78AC32F}"/>
          </ac:spMkLst>
        </pc:spChg>
        <pc:spChg chg="add">
          <ac:chgData name="ZABIH ULLAH" userId="1af094979d0d7998" providerId="LiveId" clId="{81989686-9BE0-426F-B5C8-60126ABAABE9}" dt="2025-06-20T11:30:31.463" v="32" actId="11529"/>
          <ac:spMkLst>
            <pc:docMk/>
            <pc:sldMk cId="2278767097" sldId="287"/>
            <ac:spMk id="29" creationId="{F6AE45CF-FB43-3348-82CE-9BCE73E16BB6}"/>
          </ac:spMkLst>
        </pc:spChg>
        <pc:spChg chg="add mod">
          <ac:chgData name="ZABIH ULLAH" userId="1af094979d0d7998" providerId="LiveId" clId="{81989686-9BE0-426F-B5C8-60126ABAABE9}" dt="2025-06-20T11:30:56.827" v="37" actId="207"/>
          <ac:spMkLst>
            <pc:docMk/>
            <pc:sldMk cId="2278767097" sldId="287"/>
            <ac:spMk id="30" creationId="{09C895F9-5F99-2671-A28F-A7D8DF087CB2}"/>
          </ac:spMkLst>
        </pc:spChg>
        <pc:picChg chg="mod">
          <ac:chgData name="ZABIH ULLAH" userId="1af094979d0d7998" providerId="LiveId" clId="{81989686-9BE0-426F-B5C8-60126ABAABE9}" dt="2025-06-20T11:27:56.860" v="6" actId="1076"/>
          <ac:picMkLst>
            <pc:docMk/>
            <pc:sldMk cId="2278767097" sldId="287"/>
            <ac:picMk id="5" creationId="{B7A31ECE-8FE1-AC14-1415-7FEC7198C947}"/>
          </ac:picMkLst>
        </pc:picChg>
        <pc:inkChg chg="add">
          <ac:chgData name="ZABIH ULLAH" userId="1af094979d0d7998" providerId="LiveId" clId="{81989686-9BE0-426F-B5C8-60126ABAABE9}" dt="2025-06-20T11:28:17.986" v="8" actId="9405"/>
          <ac:inkMkLst>
            <pc:docMk/>
            <pc:sldMk cId="2278767097" sldId="287"/>
            <ac:inkMk id="10" creationId="{65D8922F-7C3F-CCFB-BA58-903270734450}"/>
          </ac:inkMkLst>
        </pc:inkChg>
        <pc:inkChg chg="add">
          <ac:chgData name="ZABIH ULLAH" userId="1af094979d0d7998" providerId="LiveId" clId="{81989686-9BE0-426F-B5C8-60126ABAABE9}" dt="2025-06-20T11:28:32.576" v="9" actId="9405"/>
          <ac:inkMkLst>
            <pc:docMk/>
            <pc:sldMk cId="2278767097" sldId="287"/>
            <ac:inkMk id="11" creationId="{DF1197B8-419A-2F87-232C-BD004CA6D450}"/>
          </ac:inkMkLst>
        </pc:inkChg>
        <pc:inkChg chg="add del">
          <ac:chgData name="ZABIH ULLAH" userId="1af094979d0d7998" providerId="LiveId" clId="{81989686-9BE0-426F-B5C8-60126ABAABE9}" dt="2025-06-20T11:28:38.454" v="11"/>
          <ac:inkMkLst>
            <pc:docMk/>
            <pc:sldMk cId="2278767097" sldId="287"/>
            <ac:inkMk id="12" creationId="{E764F44F-FCFA-1CB6-F7BC-DF2E60986DCE}"/>
          </ac:inkMkLst>
        </pc:inkChg>
        <pc:inkChg chg="add">
          <ac:chgData name="ZABIH ULLAH" userId="1af094979d0d7998" providerId="LiveId" clId="{81989686-9BE0-426F-B5C8-60126ABAABE9}" dt="2025-06-20T11:28:38.454" v="11"/>
          <ac:inkMkLst>
            <pc:docMk/>
            <pc:sldMk cId="2278767097" sldId="287"/>
            <ac:inkMk id="13" creationId="{7B26CEA1-82BE-7B37-E136-FA46F377710B}"/>
          </ac:inkMkLst>
        </pc:inkChg>
        <pc:inkChg chg="add">
          <ac:chgData name="ZABIH ULLAH" userId="1af094979d0d7998" providerId="LiveId" clId="{81989686-9BE0-426F-B5C8-60126ABAABE9}" dt="2025-06-20T11:28:43.285" v="12" actId="9405"/>
          <ac:inkMkLst>
            <pc:docMk/>
            <pc:sldMk cId="2278767097" sldId="287"/>
            <ac:inkMk id="14" creationId="{09C71D5D-90DE-CD19-1604-75E650EDADF5}"/>
          </ac:inkMkLst>
        </pc:inkChg>
        <pc:inkChg chg="add del">
          <ac:chgData name="ZABIH ULLAH" userId="1af094979d0d7998" providerId="LiveId" clId="{81989686-9BE0-426F-B5C8-60126ABAABE9}" dt="2025-06-20T11:28:49.297" v="14" actId="9405"/>
          <ac:inkMkLst>
            <pc:docMk/>
            <pc:sldMk cId="2278767097" sldId="287"/>
            <ac:inkMk id="15" creationId="{0494F54A-AD52-5C82-10A1-46F265BFFA46}"/>
          </ac:inkMkLst>
        </pc:inkChg>
        <pc:inkChg chg="add">
          <ac:chgData name="ZABIH ULLAH" userId="1af094979d0d7998" providerId="LiveId" clId="{81989686-9BE0-426F-B5C8-60126ABAABE9}" dt="2025-06-20T11:28:54.418" v="15" actId="9405"/>
          <ac:inkMkLst>
            <pc:docMk/>
            <pc:sldMk cId="2278767097" sldId="287"/>
            <ac:inkMk id="16" creationId="{42F92280-443B-08AA-2087-690484A585D8}"/>
          </ac:inkMkLst>
        </pc:inkChg>
        <pc:inkChg chg="add">
          <ac:chgData name="ZABIH ULLAH" userId="1af094979d0d7998" providerId="LiveId" clId="{81989686-9BE0-426F-B5C8-60126ABAABE9}" dt="2025-06-20T11:29:06.201" v="16" actId="9405"/>
          <ac:inkMkLst>
            <pc:docMk/>
            <pc:sldMk cId="2278767097" sldId="287"/>
            <ac:inkMk id="17" creationId="{9FCD6649-7F0D-10CC-E8E2-D16CF7B789F2}"/>
          </ac:inkMkLst>
        </pc:inkChg>
        <pc:inkChg chg="add">
          <ac:chgData name="ZABIH ULLAH" userId="1af094979d0d7998" providerId="LiveId" clId="{81989686-9BE0-426F-B5C8-60126ABAABE9}" dt="2025-06-20T11:29:12.015" v="17" actId="9405"/>
          <ac:inkMkLst>
            <pc:docMk/>
            <pc:sldMk cId="2278767097" sldId="287"/>
            <ac:inkMk id="18" creationId="{E9091965-F3D5-87D4-F593-8579A5C17397}"/>
          </ac:inkMkLst>
        </pc:inkChg>
        <pc:inkChg chg="add">
          <ac:chgData name="ZABIH ULLAH" userId="1af094979d0d7998" providerId="LiveId" clId="{81989686-9BE0-426F-B5C8-60126ABAABE9}" dt="2025-06-20T11:29:19.685" v="18" actId="9405"/>
          <ac:inkMkLst>
            <pc:docMk/>
            <pc:sldMk cId="2278767097" sldId="287"/>
            <ac:inkMk id="19" creationId="{82E4E821-CF4E-A08B-3F74-68198ED8A874}"/>
          </ac:inkMkLst>
        </pc:inkChg>
        <pc:inkChg chg="add del">
          <ac:chgData name="ZABIH ULLAH" userId="1af094979d0d7998" providerId="LiveId" clId="{81989686-9BE0-426F-B5C8-60126ABAABE9}" dt="2025-06-20T11:29:28.210" v="20" actId="9405"/>
          <ac:inkMkLst>
            <pc:docMk/>
            <pc:sldMk cId="2278767097" sldId="287"/>
            <ac:inkMk id="20" creationId="{24E92BAE-0D7F-E96B-E654-4C7CE1139751}"/>
          </ac:inkMkLst>
        </pc:inkChg>
        <pc:inkChg chg="add">
          <ac:chgData name="ZABIH ULLAH" userId="1af094979d0d7998" providerId="LiveId" clId="{81989686-9BE0-426F-B5C8-60126ABAABE9}" dt="2025-06-20T11:29:32.183" v="21" actId="9405"/>
          <ac:inkMkLst>
            <pc:docMk/>
            <pc:sldMk cId="2278767097" sldId="287"/>
            <ac:inkMk id="21" creationId="{97C7AB46-6EB3-9501-C4B1-63C6F987FA7B}"/>
          </ac:inkMkLst>
        </pc:inkChg>
        <pc:inkChg chg="add del">
          <ac:chgData name="ZABIH ULLAH" userId="1af094979d0d7998" providerId="LiveId" clId="{81989686-9BE0-426F-B5C8-60126ABAABE9}" dt="2025-06-20T11:29:39.407" v="25" actId="9405"/>
          <ac:inkMkLst>
            <pc:docMk/>
            <pc:sldMk cId="2278767097" sldId="287"/>
            <ac:inkMk id="22" creationId="{C7CFBD52-8073-CF04-3105-DB85A3D29136}"/>
          </ac:inkMkLst>
        </pc:inkChg>
        <pc:inkChg chg="add">
          <ac:chgData name="ZABIH ULLAH" userId="1af094979d0d7998" providerId="LiveId" clId="{81989686-9BE0-426F-B5C8-60126ABAABE9}" dt="2025-06-20T11:29:36.793" v="23"/>
          <ac:inkMkLst>
            <pc:docMk/>
            <pc:sldMk cId="2278767097" sldId="287"/>
            <ac:inkMk id="23" creationId="{3BDDC6B5-8BC0-FDB9-9610-880CC5D0001A}"/>
          </ac:inkMkLst>
        </pc:inkChg>
        <pc:inkChg chg="add del">
          <ac:chgData name="ZABIH ULLAH" userId="1af094979d0d7998" providerId="LiveId" clId="{81989686-9BE0-426F-B5C8-60126ABAABE9}" dt="2025-06-20T11:29:41.838" v="27" actId="9405"/>
          <ac:inkMkLst>
            <pc:docMk/>
            <pc:sldMk cId="2278767097" sldId="287"/>
            <ac:inkMk id="24" creationId="{67C0A380-27D5-F07C-153F-29576F504FC5}"/>
          </ac:inkMkLst>
        </pc:inkChg>
        <pc:inkChg chg="add del">
          <ac:chgData name="ZABIH ULLAH" userId="1af094979d0d7998" providerId="LiveId" clId="{81989686-9BE0-426F-B5C8-60126ABAABE9}" dt="2025-06-20T11:29:45.129" v="29"/>
          <ac:inkMkLst>
            <pc:docMk/>
            <pc:sldMk cId="2278767097" sldId="287"/>
            <ac:inkMk id="25" creationId="{97F1FB34-DFA9-33EF-F3D4-D744345AF221}"/>
          </ac:inkMkLst>
        </pc:inkChg>
        <pc:inkChg chg="add">
          <ac:chgData name="ZABIH ULLAH" userId="1af094979d0d7998" providerId="LiveId" clId="{81989686-9BE0-426F-B5C8-60126ABAABE9}" dt="2025-06-20T11:29:45.129" v="29"/>
          <ac:inkMkLst>
            <pc:docMk/>
            <pc:sldMk cId="2278767097" sldId="287"/>
            <ac:inkMk id="26" creationId="{95B9C21B-1647-CFBA-4FAD-B3A031CFDCFA}"/>
          </ac:inkMkLst>
        </pc:inkChg>
        <pc:inkChg chg="add del">
          <ac:chgData name="ZABIH ULLAH" userId="1af094979d0d7998" providerId="LiveId" clId="{81989686-9BE0-426F-B5C8-60126ABAABE9}" dt="2025-06-20T11:31:29.835" v="39"/>
          <ac:inkMkLst>
            <pc:docMk/>
            <pc:sldMk cId="2278767097" sldId="287"/>
            <ac:inkMk id="31" creationId="{4305D9DA-9B67-C770-F38C-9A84DE98124C}"/>
          </ac:inkMkLst>
        </pc:inkChg>
        <pc:inkChg chg="add">
          <ac:chgData name="ZABIH ULLAH" userId="1af094979d0d7998" providerId="LiveId" clId="{81989686-9BE0-426F-B5C8-60126ABAABE9}" dt="2025-06-20T11:31:29.835" v="39"/>
          <ac:inkMkLst>
            <pc:docMk/>
            <pc:sldMk cId="2278767097" sldId="287"/>
            <ac:inkMk id="32" creationId="{2656526A-B7CD-71D1-3106-33FDE8862A1D}"/>
          </ac:inkMkLst>
        </pc:inkChg>
        <pc:inkChg chg="add">
          <ac:chgData name="ZABIH ULLAH" userId="1af094979d0d7998" providerId="LiveId" clId="{81989686-9BE0-426F-B5C8-60126ABAABE9}" dt="2025-06-20T11:31:32.117" v="40" actId="9405"/>
          <ac:inkMkLst>
            <pc:docMk/>
            <pc:sldMk cId="2278767097" sldId="287"/>
            <ac:inkMk id="33" creationId="{E53036FF-D852-E249-C001-865124FB7DE8}"/>
          </ac:inkMkLst>
        </pc:inkChg>
        <pc:inkChg chg="add">
          <ac:chgData name="ZABIH ULLAH" userId="1af094979d0d7998" providerId="LiveId" clId="{81989686-9BE0-426F-B5C8-60126ABAABE9}" dt="2025-06-20T11:31:39.002" v="41" actId="9405"/>
          <ac:inkMkLst>
            <pc:docMk/>
            <pc:sldMk cId="2278767097" sldId="287"/>
            <ac:inkMk id="34" creationId="{35814EA2-94C4-3661-40EE-0FFB9863755B}"/>
          </ac:inkMkLst>
        </pc:inkChg>
        <pc:inkChg chg="add">
          <ac:chgData name="ZABIH ULLAH" userId="1af094979d0d7998" providerId="LiveId" clId="{81989686-9BE0-426F-B5C8-60126ABAABE9}" dt="2025-06-20T11:31:45.043" v="42" actId="9405"/>
          <ac:inkMkLst>
            <pc:docMk/>
            <pc:sldMk cId="2278767097" sldId="287"/>
            <ac:inkMk id="35" creationId="{B3A4C5A9-3CB5-919F-8404-3501C8AF2F1B}"/>
          </ac:inkMkLst>
        </pc:inkChg>
        <pc:inkChg chg="add del">
          <ac:chgData name="ZABIH ULLAH" userId="1af094979d0d7998" providerId="LiveId" clId="{81989686-9BE0-426F-B5C8-60126ABAABE9}" dt="2025-06-20T11:31:49.453" v="44"/>
          <ac:inkMkLst>
            <pc:docMk/>
            <pc:sldMk cId="2278767097" sldId="287"/>
            <ac:inkMk id="36" creationId="{EEE4A76F-E9A5-19FE-AB5B-D7F2E8E9B98C}"/>
          </ac:inkMkLst>
        </pc:inkChg>
        <pc:inkChg chg="add">
          <ac:chgData name="ZABIH ULLAH" userId="1af094979d0d7998" providerId="LiveId" clId="{81989686-9BE0-426F-B5C8-60126ABAABE9}" dt="2025-06-20T11:31:49.453" v="44"/>
          <ac:inkMkLst>
            <pc:docMk/>
            <pc:sldMk cId="2278767097" sldId="287"/>
            <ac:inkMk id="37" creationId="{B4F4593E-48A4-D657-7E5B-E321E49397E7}"/>
          </ac:inkMkLst>
        </pc:inkChg>
        <pc:inkChg chg="add">
          <ac:chgData name="ZABIH ULLAH" userId="1af094979d0d7998" providerId="LiveId" clId="{81989686-9BE0-426F-B5C8-60126ABAABE9}" dt="2025-06-20T11:31:53.718" v="45" actId="9405"/>
          <ac:inkMkLst>
            <pc:docMk/>
            <pc:sldMk cId="2278767097" sldId="287"/>
            <ac:inkMk id="38" creationId="{373748A9-EDE2-DEF7-BBF2-C7E1450B3145}"/>
          </ac:inkMkLst>
        </pc:inkChg>
        <pc:inkChg chg="add">
          <ac:chgData name="ZABIH ULLAH" userId="1af094979d0d7998" providerId="LiveId" clId="{81989686-9BE0-426F-B5C8-60126ABAABE9}" dt="2025-06-20T11:31:56.990" v="46" actId="9405"/>
          <ac:inkMkLst>
            <pc:docMk/>
            <pc:sldMk cId="2278767097" sldId="287"/>
            <ac:inkMk id="39" creationId="{C69681A4-DCC2-A23F-4987-D68F52954ABC}"/>
          </ac:inkMkLst>
        </pc:inkChg>
        <pc:inkChg chg="add del">
          <ac:chgData name="ZABIH ULLAH" userId="1af094979d0d7998" providerId="LiveId" clId="{81989686-9BE0-426F-B5C8-60126ABAABE9}" dt="2025-06-20T11:32:01.588" v="48" actId="9405"/>
          <ac:inkMkLst>
            <pc:docMk/>
            <pc:sldMk cId="2278767097" sldId="287"/>
            <ac:inkMk id="40" creationId="{E21B0D27-3820-D5A5-4119-2A7199574736}"/>
          </ac:inkMkLst>
        </pc:inkChg>
        <pc:inkChg chg="add">
          <ac:chgData name="ZABIH ULLAH" userId="1af094979d0d7998" providerId="LiveId" clId="{81989686-9BE0-426F-B5C8-60126ABAABE9}" dt="2025-06-20T11:32:03.886" v="49" actId="9405"/>
          <ac:inkMkLst>
            <pc:docMk/>
            <pc:sldMk cId="2278767097" sldId="287"/>
            <ac:inkMk id="41" creationId="{6A2628A2-855A-BC93-ECCE-DC3E134EDBE4}"/>
          </ac:inkMkLst>
        </pc:inkChg>
      </pc:sldChg>
      <pc:sldMasterChg chg="del delSldLayout">
        <pc:chgData name="ZABIH ULLAH" userId="1af094979d0d7998" providerId="LiveId" clId="{81989686-9BE0-426F-B5C8-60126ABAABE9}" dt="2025-06-20T11:27:13.253" v="2"/>
        <pc:sldMasterMkLst>
          <pc:docMk/>
          <pc:sldMasterMk cId="0" sldId="2147483650"/>
        </pc:sldMasterMkLst>
        <pc:sldLayoutChg chg="del">
          <pc:chgData name="ZABIH ULLAH" userId="1af094979d0d7998" providerId="LiveId" clId="{81989686-9BE0-426F-B5C8-60126ABAABE9}" dt="2025-06-20T11:27:13.253" v="2"/>
          <pc:sldLayoutMkLst>
            <pc:docMk/>
            <pc:sldMasterMk cId="0" sldId="2147483650"/>
            <pc:sldLayoutMk cId="0" sldId="2147483651"/>
          </pc:sldLayoutMkLst>
        </pc:sldLayoutChg>
      </pc:sldMasterChg>
      <pc:sldMasterChg chg="del delSldLayout">
        <pc:chgData name="ZABIH ULLAH" userId="1af094979d0d7998" providerId="LiveId" clId="{81989686-9BE0-426F-B5C8-60126ABAABE9}" dt="2025-06-20T11:27:13.253" v="2"/>
        <pc:sldMasterMkLst>
          <pc:docMk/>
          <pc:sldMasterMk cId="0" sldId="2147483652"/>
        </pc:sldMasterMkLst>
        <pc:sldLayoutChg chg="del">
          <pc:chgData name="ZABIH ULLAH" userId="1af094979d0d7998" providerId="LiveId" clId="{81989686-9BE0-426F-B5C8-60126ABAABE9}" dt="2025-06-20T11:27:13.253" v="2"/>
          <pc:sldLayoutMkLst>
            <pc:docMk/>
            <pc:sldMasterMk cId="0" sldId="2147483652"/>
            <pc:sldLayoutMk cId="0" sldId="2147483653"/>
          </pc:sldLayoutMkLst>
        </pc:sldLayoutChg>
      </pc:sldMasterChg>
      <pc:sldMasterChg chg="del delSldLayout">
        <pc:chgData name="ZABIH ULLAH" userId="1af094979d0d7998" providerId="LiveId" clId="{81989686-9BE0-426F-B5C8-60126ABAABE9}" dt="2025-06-20T11:27:13.253" v="2"/>
        <pc:sldMasterMkLst>
          <pc:docMk/>
          <pc:sldMasterMk cId="0" sldId="2147483654"/>
        </pc:sldMasterMkLst>
        <pc:sldLayoutChg chg="del">
          <pc:chgData name="ZABIH ULLAH" userId="1af094979d0d7998" providerId="LiveId" clId="{81989686-9BE0-426F-B5C8-60126ABAABE9}" dt="2025-06-20T11:27:13.253" v="2"/>
          <pc:sldLayoutMkLst>
            <pc:docMk/>
            <pc:sldMasterMk cId="0" sldId="2147483654"/>
            <pc:sldLayoutMk cId="0" sldId="2147483655"/>
          </pc:sldLayoutMkLst>
        </pc:sldLayoutChg>
      </pc:sldMasterChg>
      <pc:sldMasterChg chg="del delSldLayout">
        <pc:chgData name="ZABIH ULLAH" userId="1af094979d0d7998" providerId="LiveId" clId="{81989686-9BE0-426F-B5C8-60126ABAABE9}" dt="2025-06-20T11:27:13.253" v="2"/>
        <pc:sldMasterMkLst>
          <pc:docMk/>
          <pc:sldMasterMk cId="0" sldId="2147483658"/>
        </pc:sldMasterMkLst>
        <pc:sldLayoutChg chg="del">
          <pc:chgData name="ZABIH ULLAH" userId="1af094979d0d7998" providerId="LiveId" clId="{81989686-9BE0-426F-B5C8-60126ABAABE9}" dt="2025-06-20T11:27:13.253" v="2"/>
          <pc:sldLayoutMkLst>
            <pc:docMk/>
            <pc:sldMasterMk cId="0" sldId="2147483658"/>
            <pc:sldLayoutMk cId="0" sldId="2147483659"/>
          </pc:sldLayoutMkLst>
        </pc:sldLayoutChg>
      </pc:sldMasterChg>
      <pc:sldMasterChg chg="del delSldLayout">
        <pc:chgData name="ZABIH ULLAH" userId="1af094979d0d7998" providerId="LiveId" clId="{81989686-9BE0-426F-B5C8-60126ABAABE9}" dt="2025-06-20T11:27:13.253" v="2"/>
        <pc:sldMasterMkLst>
          <pc:docMk/>
          <pc:sldMasterMk cId="0" sldId="2147483662"/>
        </pc:sldMasterMkLst>
        <pc:sldLayoutChg chg="del">
          <pc:chgData name="ZABIH ULLAH" userId="1af094979d0d7998" providerId="LiveId" clId="{81989686-9BE0-426F-B5C8-60126ABAABE9}" dt="2025-06-20T11:27:13.253" v="2"/>
          <pc:sldLayoutMkLst>
            <pc:docMk/>
            <pc:sldMasterMk cId="0" sldId="2147483662"/>
            <pc:sldLayoutMk cId="0" sldId="2147483663"/>
          </pc:sldLayoutMkLst>
        </pc:sldLayoutChg>
      </pc:sldMasterChg>
      <pc:sldMasterChg chg="del delSldLayout">
        <pc:chgData name="ZABIH ULLAH" userId="1af094979d0d7998" providerId="LiveId" clId="{81989686-9BE0-426F-B5C8-60126ABAABE9}" dt="2025-06-20T11:27:13.253" v="2"/>
        <pc:sldMasterMkLst>
          <pc:docMk/>
          <pc:sldMasterMk cId="0" sldId="2147483664"/>
        </pc:sldMasterMkLst>
        <pc:sldLayoutChg chg="del">
          <pc:chgData name="ZABIH ULLAH" userId="1af094979d0d7998" providerId="LiveId" clId="{81989686-9BE0-426F-B5C8-60126ABAABE9}" dt="2025-06-20T11:27:13.253" v="2"/>
          <pc:sldLayoutMkLst>
            <pc:docMk/>
            <pc:sldMasterMk cId="0" sldId="2147483664"/>
            <pc:sldLayoutMk cId="0" sldId="2147483665"/>
          </pc:sldLayoutMkLst>
        </pc:sldLayoutChg>
      </pc:sldMasterChg>
      <pc:sldMasterChg chg="del delSldLayout">
        <pc:chgData name="ZABIH ULLAH" userId="1af094979d0d7998" providerId="LiveId" clId="{81989686-9BE0-426F-B5C8-60126ABAABE9}" dt="2025-06-20T11:27:13.253" v="2"/>
        <pc:sldMasterMkLst>
          <pc:docMk/>
          <pc:sldMasterMk cId="0" sldId="2147483666"/>
        </pc:sldMasterMkLst>
        <pc:sldLayoutChg chg="del">
          <pc:chgData name="ZABIH ULLAH" userId="1af094979d0d7998" providerId="LiveId" clId="{81989686-9BE0-426F-B5C8-60126ABAABE9}" dt="2025-06-20T11:27:13.253" v="2"/>
          <pc:sldLayoutMkLst>
            <pc:docMk/>
            <pc:sldMasterMk cId="0" sldId="2147483666"/>
            <pc:sldLayoutMk cId="0" sldId="2147483667"/>
          </pc:sldLayoutMkLst>
        </pc:sldLayoutChg>
      </pc:sldMasterChg>
      <pc:sldMasterChg chg="del delSldLayout">
        <pc:chgData name="ZABIH ULLAH" userId="1af094979d0d7998" providerId="LiveId" clId="{81989686-9BE0-426F-B5C8-60126ABAABE9}" dt="2025-06-20T11:27:13.253" v="2"/>
        <pc:sldMasterMkLst>
          <pc:docMk/>
          <pc:sldMasterMk cId="0" sldId="2147483668"/>
        </pc:sldMasterMkLst>
        <pc:sldLayoutChg chg="del">
          <pc:chgData name="ZABIH ULLAH" userId="1af094979d0d7998" providerId="LiveId" clId="{81989686-9BE0-426F-B5C8-60126ABAABE9}" dt="2025-06-20T11:27:13.253" v="2"/>
          <pc:sldLayoutMkLst>
            <pc:docMk/>
            <pc:sldMasterMk cId="0" sldId="2147483668"/>
            <pc:sldLayoutMk cId="0" sldId="2147483669"/>
          </pc:sldLayoutMkLst>
        </pc:sldLayoutChg>
      </pc:sldMasterChg>
      <pc:sldMasterChg chg="del delSldLayout">
        <pc:chgData name="ZABIH ULLAH" userId="1af094979d0d7998" providerId="LiveId" clId="{81989686-9BE0-426F-B5C8-60126ABAABE9}" dt="2025-06-20T11:27:13.253" v="2"/>
        <pc:sldMasterMkLst>
          <pc:docMk/>
          <pc:sldMasterMk cId="0" sldId="2147483672"/>
        </pc:sldMasterMkLst>
        <pc:sldLayoutChg chg="del">
          <pc:chgData name="ZABIH ULLAH" userId="1af094979d0d7998" providerId="LiveId" clId="{81989686-9BE0-426F-B5C8-60126ABAABE9}" dt="2025-06-20T11:27:13.253" v="2"/>
          <pc:sldLayoutMkLst>
            <pc:docMk/>
            <pc:sldMasterMk cId="0" sldId="2147483672"/>
            <pc:sldLayoutMk cId="0" sldId="2147483673"/>
          </pc:sldLayoutMkLst>
        </pc:sldLayoutChg>
      </pc:sldMasterChg>
      <pc:sldMasterChg chg="del delSldLayout">
        <pc:chgData name="ZABIH ULLAH" userId="1af094979d0d7998" providerId="LiveId" clId="{81989686-9BE0-426F-B5C8-60126ABAABE9}" dt="2025-06-20T11:27:13.253" v="2"/>
        <pc:sldMasterMkLst>
          <pc:docMk/>
          <pc:sldMasterMk cId="0" sldId="2147483674"/>
        </pc:sldMasterMkLst>
        <pc:sldLayoutChg chg="del">
          <pc:chgData name="ZABIH ULLAH" userId="1af094979d0d7998" providerId="LiveId" clId="{81989686-9BE0-426F-B5C8-60126ABAABE9}" dt="2025-06-20T11:27:13.253" v="2"/>
          <pc:sldLayoutMkLst>
            <pc:docMk/>
            <pc:sldMasterMk cId="0" sldId="2147483674"/>
            <pc:sldLayoutMk cId="0" sldId="2147483675"/>
          </pc:sldLayoutMkLst>
        </pc:sldLayoutChg>
      </pc:sldMasterChg>
      <pc:sldMasterChg chg="del delSldLayout">
        <pc:chgData name="ZABIH ULLAH" userId="1af094979d0d7998" providerId="LiveId" clId="{81989686-9BE0-426F-B5C8-60126ABAABE9}" dt="2025-06-20T11:27:13.253" v="2"/>
        <pc:sldMasterMkLst>
          <pc:docMk/>
          <pc:sldMasterMk cId="0" sldId="2147483678"/>
        </pc:sldMasterMkLst>
        <pc:sldLayoutChg chg="del">
          <pc:chgData name="ZABIH ULLAH" userId="1af094979d0d7998" providerId="LiveId" clId="{81989686-9BE0-426F-B5C8-60126ABAABE9}" dt="2025-06-20T11:27:13.253" v="2"/>
          <pc:sldLayoutMkLst>
            <pc:docMk/>
            <pc:sldMasterMk cId="0" sldId="2147483678"/>
            <pc:sldLayoutMk cId="0" sldId="2147483679"/>
          </pc:sldLayoutMkLst>
        </pc:sldLayoutChg>
      </pc:sldMasterChg>
      <pc:sldMasterChg chg="del delSldLayout">
        <pc:chgData name="ZABIH ULLAH" userId="1af094979d0d7998" providerId="LiveId" clId="{81989686-9BE0-426F-B5C8-60126ABAABE9}" dt="2025-06-20T11:27:13.253" v="2"/>
        <pc:sldMasterMkLst>
          <pc:docMk/>
          <pc:sldMasterMk cId="0" sldId="2147483680"/>
        </pc:sldMasterMkLst>
        <pc:sldLayoutChg chg="del">
          <pc:chgData name="ZABIH ULLAH" userId="1af094979d0d7998" providerId="LiveId" clId="{81989686-9BE0-426F-B5C8-60126ABAABE9}" dt="2025-06-20T11:27:13.253" v="2"/>
          <pc:sldLayoutMkLst>
            <pc:docMk/>
            <pc:sldMasterMk cId="0" sldId="2147483680"/>
            <pc:sldLayoutMk cId="0" sldId="2147483681"/>
          </pc:sldLayoutMkLst>
        </pc:sldLayoutChg>
      </pc:sldMasterChg>
      <pc:sldMasterChg chg="del delSldLayout">
        <pc:chgData name="ZABIH ULLAH" userId="1af094979d0d7998" providerId="LiveId" clId="{81989686-9BE0-426F-B5C8-60126ABAABE9}" dt="2025-06-20T11:27:13.253" v="2"/>
        <pc:sldMasterMkLst>
          <pc:docMk/>
          <pc:sldMasterMk cId="0" sldId="2147483682"/>
        </pc:sldMasterMkLst>
        <pc:sldLayoutChg chg="del">
          <pc:chgData name="ZABIH ULLAH" userId="1af094979d0d7998" providerId="LiveId" clId="{81989686-9BE0-426F-B5C8-60126ABAABE9}" dt="2025-06-20T11:27:13.253" v="2"/>
          <pc:sldLayoutMkLst>
            <pc:docMk/>
            <pc:sldMasterMk cId="0" sldId="2147483682"/>
            <pc:sldLayoutMk cId="0" sldId="2147483683"/>
          </pc:sldLayoutMkLst>
        </pc:sldLayoutChg>
      </pc:sldMasterChg>
      <pc:sldMasterChg chg="del delSldLayout">
        <pc:chgData name="ZABIH ULLAH" userId="1af094979d0d7998" providerId="LiveId" clId="{81989686-9BE0-426F-B5C8-60126ABAABE9}" dt="2025-06-20T11:27:13.253" v="2"/>
        <pc:sldMasterMkLst>
          <pc:docMk/>
          <pc:sldMasterMk cId="0" sldId="2147483684"/>
        </pc:sldMasterMkLst>
        <pc:sldLayoutChg chg="del">
          <pc:chgData name="ZABIH ULLAH" userId="1af094979d0d7998" providerId="LiveId" clId="{81989686-9BE0-426F-B5C8-60126ABAABE9}" dt="2025-06-20T11:27:13.253" v="2"/>
          <pc:sldLayoutMkLst>
            <pc:docMk/>
            <pc:sldMasterMk cId="0" sldId="2147483684"/>
            <pc:sldLayoutMk cId="0" sldId="2147483685"/>
          </pc:sldLayoutMkLst>
        </pc:sldLayoutChg>
      </pc:sldMasterChg>
      <pc:sldMasterChg chg="del delSldLayout">
        <pc:chgData name="ZABIH ULLAH" userId="1af094979d0d7998" providerId="LiveId" clId="{81989686-9BE0-426F-B5C8-60126ABAABE9}" dt="2025-06-20T11:27:13.253" v="2"/>
        <pc:sldMasterMkLst>
          <pc:docMk/>
          <pc:sldMasterMk cId="0" sldId="2147483686"/>
        </pc:sldMasterMkLst>
        <pc:sldLayoutChg chg="del">
          <pc:chgData name="ZABIH ULLAH" userId="1af094979d0d7998" providerId="LiveId" clId="{81989686-9BE0-426F-B5C8-60126ABAABE9}" dt="2025-06-20T11:27:13.253" v="2"/>
          <pc:sldLayoutMkLst>
            <pc:docMk/>
            <pc:sldMasterMk cId="0" sldId="2147483686"/>
            <pc:sldLayoutMk cId="0" sldId="2147483687"/>
          </pc:sldLayoutMkLst>
        </pc:sldLayoutChg>
      </pc:sldMasterChg>
      <pc:sldMasterChg chg="del delSldLayout">
        <pc:chgData name="ZABIH ULLAH" userId="1af094979d0d7998" providerId="LiveId" clId="{81989686-9BE0-426F-B5C8-60126ABAABE9}" dt="2025-06-20T11:27:13.253" v="2"/>
        <pc:sldMasterMkLst>
          <pc:docMk/>
          <pc:sldMasterMk cId="0" sldId="2147483688"/>
        </pc:sldMasterMkLst>
        <pc:sldLayoutChg chg="del">
          <pc:chgData name="ZABIH ULLAH" userId="1af094979d0d7998" providerId="LiveId" clId="{81989686-9BE0-426F-B5C8-60126ABAABE9}" dt="2025-06-20T11:27:13.253" v="2"/>
          <pc:sldLayoutMkLst>
            <pc:docMk/>
            <pc:sldMasterMk cId="0" sldId="2147483688"/>
            <pc:sldLayoutMk cId="0" sldId="2147483689"/>
          </pc:sldLayoutMkLst>
        </pc:sldLayoutChg>
      </pc:sldMasterChg>
      <pc:sldMasterChg chg="del delSldLayout">
        <pc:chgData name="ZABIH ULLAH" userId="1af094979d0d7998" providerId="LiveId" clId="{81989686-9BE0-426F-B5C8-60126ABAABE9}" dt="2025-06-20T11:27:13.253" v="2"/>
        <pc:sldMasterMkLst>
          <pc:docMk/>
          <pc:sldMasterMk cId="0" sldId="2147483690"/>
        </pc:sldMasterMkLst>
        <pc:sldLayoutChg chg="del">
          <pc:chgData name="ZABIH ULLAH" userId="1af094979d0d7998" providerId="LiveId" clId="{81989686-9BE0-426F-B5C8-60126ABAABE9}" dt="2025-06-20T11:27:13.253" v="2"/>
          <pc:sldLayoutMkLst>
            <pc:docMk/>
            <pc:sldMasterMk cId="0" sldId="2147483690"/>
            <pc:sldLayoutMk cId="0" sldId="2147483691"/>
          </pc:sldLayoutMkLst>
        </pc:sldLayoutChg>
      </pc:sldMasterChg>
      <pc:sldMasterChg chg="del delSldLayout">
        <pc:chgData name="ZABIH ULLAH" userId="1af094979d0d7998" providerId="LiveId" clId="{81989686-9BE0-426F-B5C8-60126ABAABE9}" dt="2025-06-20T11:27:13.253" v="2"/>
        <pc:sldMasterMkLst>
          <pc:docMk/>
          <pc:sldMasterMk cId="0" sldId="2147483692"/>
        </pc:sldMasterMkLst>
        <pc:sldLayoutChg chg="del">
          <pc:chgData name="ZABIH ULLAH" userId="1af094979d0d7998" providerId="LiveId" clId="{81989686-9BE0-426F-B5C8-60126ABAABE9}" dt="2025-06-20T11:27:13.253" v="2"/>
          <pc:sldLayoutMkLst>
            <pc:docMk/>
            <pc:sldMasterMk cId="0" sldId="2147483692"/>
            <pc:sldLayoutMk cId="0" sldId="2147483693"/>
          </pc:sldLayoutMkLst>
        </pc:sldLayoutChg>
      </pc:sldMasterChg>
      <pc:sldMasterChg chg="del delSldLayout">
        <pc:chgData name="ZABIH ULLAH" userId="1af094979d0d7998" providerId="LiveId" clId="{81989686-9BE0-426F-B5C8-60126ABAABE9}" dt="2025-06-20T11:27:13.253" v="2"/>
        <pc:sldMasterMkLst>
          <pc:docMk/>
          <pc:sldMasterMk cId="0" sldId="2147483694"/>
        </pc:sldMasterMkLst>
        <pc:sldLayoutChg chg="del">
          <pc:chgData name="ZABIH ULLAH" userId="1af094979d0d7998" providerId="LiveId" clId="{81989686-9BE0-426F-B5C8-60126ABAABE9}" dt="2025-06-20T11:27:13.253" v="2"/>
          <pc:sldLayoutMkLst>
            <pc:docMk/>
            <pc:sldMasterMk cId="0" sldId="2147483694"/>
            <pc:sldLayoutMk cId="0" sldId="2147483695"/>
          </pc:sldLayoutMkLst>
        </pc:sldLayoutChg>
      </pc:sldMasterChg>
      <pc:sldMasterChg chg="del delSldLayout">
        <pc:chgData name="ZABIH ULLAH" userId="1af094979d0d7998" providerId="LiveId" clId="{81989686-9BE0-426F-B5C8-60126ABAABE9}" dt="2025-06-20T11:27:13.253" v="2"/>
        <pc:sldMasterMkLst>
          <pc:docMk/>
          <pc:sldMasterMk cId="0" sldId="2147483696"/>
        </pc:sldMasterMkLst>
        <pc:sldLayoutChg chg="del">
          <pc:chgData name="ZABIH ULLAH" userId="1af094979d0d7998" providerId="LiveId" clId="{81989686-9BE0-426F-B5C8-60126ABAABE9}" dt="2025-06-20T11:27:13.253" v="2"/>
          <pc:sldLayoutMkLst>
            <pc:docMk/>
            <pc:sldMasterMk cId="0" sldId="2147483696"/>
            <pc:sldLayoutMk cId="0" sldId="2147483697"/>
          </pc:sldLayoutMkLst>
        </pc:sldLayoutChg>
      </pc:sldMasterChg>
      <pc:sldMasterChg chg="del delSldLayout">
        <pc:chgData name="ZABIH ULLAH" userId="1af094979d0d7998" providerId="LiveId" clId="{81989686-9BE0-426F-B5C8-60126ABAABE9}" dt="2025-06-20T11:27:13.253" v="2"/>
        <pc:sldMasterMkLst>
          <pc:docMk/>
          <pc:sldMasterMk cId="0" sldId="2147483698"/>
        </pc:sldMasterMkLst>
        <pc:sldLayoutChg chg="del">
          <pc:chgData name="ZABIH ULLAH" userId="1af094979d0d7998" providerId="LiveId" clId="{81989686-9BE0-426F-B5C8-60126ABAABE9}" dt="2025-06-20T11:27:13.253" v="2"/>
          <pc:sldLayoutMkLst>
            <pc:docMk/>
            <pc:sldMasterMk cId="0" sldId="2147483698"/>
            <pc:sldLayoutMk cId="0" sldId="2147483699"/>
          </pc:sldLayoutMkLst>
        </pc:sldLayoutChg>
      </pc:sldMaster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6-20T11:28:17.977"/>
    </inkml:context>
    <inkml:brush xml:id="br0">
      <inkml:brushProperty name="width" value="0.1" units="cm"/>
      <inkml:brushProperty name="height" value="0.6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0,'0'0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6-20T11:28:32.574"/>
    </inkml:context>
    <inkml:brush xml:id="br0">
      <inkml:brushProperty name="width" value="0.025" units="cm"/>
      <inkml:brushProperty name="height" value="0.15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2315 0,'-9'0,"-16"0,-16 0,-12 0,-12 0,-5 0,-4 0,1 1,1 1,6-1,8 3,9 0,9 0,8-2,9 0,7-1,5 0,3-1,2 0,1 0,0 0,-1 0,0-1,-2 3,-3 0,-6 5,-4 2,-5 0,-3 3,-1 0,4 0,3-3,5-3,4-2,3-1,2-3,2 0,1 1,-4 1,-2 1,-2 0,-2 1,2 0,0 1,-1-1,2 1,0-1,0-1,1 0,2-1,0 0,2 0,0-1,1-1,0 1,-1 3,-4 1,-4 0,-5 1,-4 0,-2 3,2-2,-1 0,2-1,3-1,4-1,2-1,2-1,3-1,0-1,-2 1,-8 3,-5 2,-8 2,-3 0,1-1,1-1,5-1,7-2,5-2,5 0,3-1,2 0,0-1,2 2,-1 0,-2 2,0 0,0 0,-1 0,0 0,-1 0,1 0,-1-1,1 1,0-1,1 0,-2 1,-1-1,-5 4,-3 1,-3 1,0 0,0 0,3-1,4-2,2-2,4-1,1-1,1 0,-1-2,-3 2,-1 1,-1 0,-2 1,-2 0,0 0,3 0,1-1,2-1,2-1,1 1,1-1,1 0,-1-1,2 3,1 0,1 3,3-1,2 1,1 0,1 0,0 0,1-1,0 0,1 1,0 0,1 0,0-1,-1-2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0T11:28:38.444"/>
    </inkml:context>
    <inkml:brush xml:id="br0">
      <inkml:brushProperty name="width" value="0.025" units="cm"/>
      <inkml:brushProperty name="height" value="0.15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1327 1 0,'-1326'430'0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6-20T11:28:43.282"/>
    </inkml:context>
    <inkml:brush xml:id="br0">
      <inkml:brushProperty name="width" value="0.025" units="cm"/>
      <inkml:brushProperty name="height" value="0.15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373 0,'-1'0,"-2"0,-1 0,-2 0,0 0,0 1,0 1,1-1,0 2,0-1,1 1,0 0,0 1,1 0,0-1,-1 1,1 0,-1-1,-1 1,-2 0,-3 2,0 1,-2 3,0 2,1-1,1 0,1-1,1-3,2-1,0-1,2-1,0-1,1 1,-1-1,1 0,0 0,-1 1,1 0,-2 0,0 1,0 0,0 0,1 2,0-2,0 1,0-2,1 0,-1 0,1 0,1 0,-1 0,0 0,0 1,-1 2,-2 5,-2 4,0 4,0 2,-1-1,-1 1,2-4,1-2,2-4,0-2,0-2,0-2,0-1,2 0,0 0,1 0,0-1,0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6-20T11:28:54.416"/>
    </inkml:context>
    <inkml:brush xml:id="br0">
      <inkml:brushProperty name="width" value="0.025" units="cm"/>
      <inkml:brushProperty name="height" value="0.15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 0,'1'0,"2"1,1 2,0 1,1 1,1 0,0-1,0-1,1-1,0 0,0-2,0 0,1 0,-1 1,0 1,-1 0,-1 1,1-1,-2 1,1 0,0 0,0 2,3 0,0 1,0 0,0 1,0 0,0 0,0-2,-1 1,0 0,0-1,-1 0,-1-1,-1 0,1 1,-2 0,-1 1,0 0,-1 1,-1 0,1 0,2 1,0-1,1-1,1-1,0 1,0 0,1-1,-1-2,0 1,-1 0,-1 1,1 0,0-1,0 0,0 0,0 0,-1 0,1-1,-1 1,1-1,0 1,2-1,0 1,0-1,1 1,0 0,0 0,-1 1,0 0,0 0,0-2,0-1,-1 1,0-1,0 1,-2 1,0 0,-1 0,2 1,-2 1,1 0,-2 1,0 0,0 0,-1 0,0 0,0 0,-1 1,1-1,0 0,0 0,0 0,0 0,0-1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6-20T11:29:06.198"/>
    </inkml:context>
    <inkml:brush xml:id="br0">
      <inkml:brushProperty name="width" value="0.025" units="cm"/>
      <inkml:brushProperty name="height" value="0.15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23,'2'0,"6"0,4 0,5-1,1-1,3-2,3 0,-2 0,-3 1,-4 1,-3 1,-3 0,-1 1,-1 0,-1 0,1 0,-1 0,1 1,-1-1,1 0,0 1,0 1,0-1,1 0,1 2,0-1,0 2,1 0,0 1,0 0,1-2,0 1,-2-1,0 0,0 0,1 1,-2-1,1 0,-2 0,1-1,-2 1,-1 0,1 1,1-1,0 1,1-1,3 0,1 0,0-1,-1 2,1-1,-1 0,-2 0,0 1,-1-1,1 0,-1 0,1-1,0 2,0-1,0 0,0 1,0-2,0 1,0 1,-1 0,0 0,0-1,-1 1,0 0,0-2,0 1,0 0,0 0,2 0,0 1,0-1,-1 0,-1-2,1 0,-1 0,0-1,0 0,0 0,0 1,0 2,0 0,0 0,0 1,2 0,1 0,1-2,-2 2,1-2,1 2,1-1,0 0,-1 0,3 1,1 2,-2 1,1 0,-2 1,1 0,-1 0,1-2,-2 0,1-1,0 1,-1 0,2 1,1 0,0-2,-1 1,0-1,1 2,0 1,-2 0,0-1,-2-1,0-1,-1 0,-1-1,-2-1,-1 1,1-2,-2 1,0-1,0 1,0 0,0-1,1 0,1-1,0 1,-1-1,1 2,-1 0,2 0,-1 1,0-1,0 1,-1-2,0 1,-2 1,1 0,-1 0,-1 1,-1 0,0 2,0-2,1 1,-1-1,-1 1,-1-1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6-20T11:29:12.013"/>
    </inkml:context>
    <inkml:brush xml:id="br0">
      <inkml:brushProperty name="width" value="0.025" units="cm"/>
      <inkml:brushProperty name="height" value="0.15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36,'2'0,"0"-1,3-1,0 1,2-2,0 1,0 0,0 0,1 1,-1 0,0-1,0 0,2 1,-1-1,1 0,0 0,1 0,-1 0,-1 0,1 0,-2 1,0 1,1 0,-1 0,-1 0,1 0,0 0,0 0,0 0,0 0,0 0,1 0,-1 0,0 0,0 0,0 0,0 0,0 0,0 0,0 0,0 0,0 0,0 0,0 0,1 0,1 0,0 0,1 0,2 0,-2 0,1 1,0 1,-2-1,0 0,-1 0,0 0,-1-1,1 1,1 1,-1 0,1-1,1 1,-1 0,-1 0,2-1,-1 1,0 0,0 0,1-1,-1 0,-1-1,1 0,0 0,0 0,1 0,-1 0,0 1,2 1,0-1,0 0,-2 2,1-1,0 0,-1-1,1 1,-1 0,0 0,-1-1,2 1,-1 0,-1 0,2 2,-1 0,4 0,1 0,4 0,2-1,1 0,2 1,0-1,0 2,-1-1,-3 0,-4-1,-2 0,-1 0,-3-1,0 0,0 1,3 0,2 0,4 0,3 2,0-1,2 2,-1 0,-2 0,0 0,-2-1,-1 0,2 1,0 1,1-1,1 0,1 0,0 0,1 0,-1 1,1-1,-2-1,-2 0,-1-1,0 0,0 0,1-1,-1 2,0 0,-1-1,0 0,1-1,0 1,-2-1,-2 1,0-1,-1-1,-2 0,-1 0,-1 0,0 1,1 0,0-1,0 1,2 0,0-1,0-1,1 0,1 1,0 0,-1 0,-1 1,-1 2,2 0,2-1,2 0,2 0,1-2,1 1,1 0,1 0,-2 0,-2-1,-3 0,-2 0,-3 0,0 0,1-1,-1 0,-1 1,3 2,1-1,0-1,-2 0,-1-1,0 1,-1-1,-2 1,0-1,0 1,-1 0,0 0,-1-1,1 1,-1 1,-1 2,-1 0,1 2,-2-1,0 2,-1-1,1 0,0-1,0 0,-1 0,1-2,1 0,-1-1,0 1,-1 1,-2-1,-1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6-20T11:29:19.679"/>
    </inkml:context>
    <inkml:brush xml:id="br0">
      <inkml:brushProperty name="width" value="0.025" units="cm"/>
      <inkml:brushProperty name="height" value="0.15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404 0,'-1'0,"-2"0,-2 1,-1 1,-2 0,-1 1,1 0,0-2,0 2,0-1,1 0,-1 0,1 2,0-1,0 2,0-2,0 1,0 0,0 0,0-1,2 1,-1-1,2 1,-1-1,2 1,-1-1,1 1,1 1,-1-1,0 0,0 0,-1 0,-1 1,-1-1,1 0,-1 1,1 1,-1 0,1 1,1 0,1 0,1 0,-2 0,-1 0,0 1,-1-1,-1 0,1 0,1-1,0-1,1 0,0-1,2 0,0 2,0-2,-1 1,-2 0,0 1,-1 0,0 1,1 0,-1 0,0-1,-1 0,1-1,-1 1,1 0,2 1,1 0,2 0,-1 0,0 0,-1-1,1-1,-1 1,2 0,-1-1,0 0,0 0,0-1,-1 1,0-1,-1-1,0 0,1 0,0 2,2 1,0 0,1 1,1-1,2-2,1 0,1-1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6-20T11:29:32.179"/>
    </inkml:context>
    <inkml:brush xml:id="br0">
      <inkml:brushProperty name="width" value="0.025" units="cm"/>
      <inkml:brushProperty name="height" value="0.15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1,'1'0,"2"1,1 2,2 1,0 1,0 2,0-2,0 1,0-1,0-1,1 1,0 1,0 0,0 0,-1 1,-2 0,0-1,0-2,1 0,1 0,-1-1,0 0,1 0,-1 0,2 1,-1-1,1 0,-1 0,0-1,-1 2,1-1,0 0,0 2,-1-1,1-1,-1-1,2 0,-2-1,-1 2,0 2,-1 0,0 0,0 0,1 0,0-1,1 1,0 1,0 0,0 0,1 1,0 0,-1-1,-1 0,0-2,0 0,-1 0,1 0,-1-1,0 0,0 2,0-1,-1 0,2 0,-1 0,0 0,0-1,1 1,-1-1,1 1,1 0,0-1,0 1,0-1,-1 1,0 0,1 0,0 1,-1-2,0 1,0 0,-1 0,1 0,-1 2,0 0,-2 0,2 0,-1-1,-1 1,1 0,-2 0,1 1,0-1,1-1,0-1,1 1,0-2,2 0,0-2,1 0,1 1,-1 1,-2 1,-1 1,0 0,0 0,-2 1,0 0,0 1,-1-1,1 0,1 0,-1-1,0 1,0-2,-2-4,-1-4,-1-1,0-1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0T11:29:45.128"/>
    </inkml:context>
    <inkml:brush xml:id="br0">
      <inkml:brushProperty name="width" value="0.025" units="cm"/>
      <inkml:brushProperty name="height" value="0.15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 1 0,'28'656'0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0T11:31:29.833"/>
    </inkml:context>
    <inkml:brush xml:id="br0">
      <inkml:brushProperty name="width" value="0.025" units="cm"/>
      <inkml:brushProperty name="height" value="0.15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1545 0 0,'-1545'376'0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6-20T11:31:32.114"/>
    </inkml:context>
    <inkml:brush xml:id="br0">
      <inkml:brushProperty name="width" value="0.025" units="cm"/>
      <inkml:brushProperty name="height" value="0.15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53 0,'-1'0,"-1"0,-1 0,-1 0,-1 0,0 0,0 1,1 0,-1 1,1 0,-1 0,0 0,2-2,2 1,1-1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6-20T11:31:38.997"/>
    </inkml:context>
    <inkml:brush xml:id="br0">
      <inkml:brushProperty name="width" value="0.025" units="cm"/>
      <inkml:brushProperty name="height" value="0.15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 0,'1'0,"5"3,2 1,3 0,-2 1,0-1,-1-1,-2 0,0-2,-1 0,-1 1,-1 0,0 0,0 0,1 2,0-1,1 2,-1 0,0 0,1 1,1-2,0 0,0 1,-1-1,1 1,0 0,-1 0,0 0,1 0,-2 1,0-1,0-1,1 0,-1 1,1-1,0 1,-1 0,1 0,-1 0,0 0,1 1,0-1,0-1,-1 0,0 1,0-1,0 1,-1-1,1 0,0 0,-1-1,0 1,0-2,-1 1,1 1,0 0,-1-1,1 1,0 0,0 0,1 1,0-1,1 0,0 0,-1 1,0 0,1-1,-2 2,1-1,0-1,1 0,-2 1,0-1,0 0,0 0,1-1,-1 2,0-1,-1 1,-1 0,-1 1,1-1,-2 0,1 1,1-2,0 0,1 0,0-1,1-1,-1 1,0 0,0 0,0 1,1-1,-1 2,0-1,-1 1,0 0,1 0,-1-1,0 0,0 1,0-1,1-1,-1 1,1 0,0 1,-1 0,0 0,1 0,-2-1,1-3,-2-1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6-20T11:31:45.041"/>
    </inkml:context>
    <inkml:brush xml:id="br0">
      <inkml:brushProperty name="width" value="0.025" units="cm"/>
      <inkml:brushProperty name="height" value="0.15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 1,'1'0,"1"0,1 0,0 1,1 0,-1 1,0 0,0 1,0-1,1 0,-1 1,0-1,1 0,0 0,1 1,0 0,1 1,0-2,1 1,-1-1,0 0,0 1,0-1,-1 1,0-1,0 0,-1 0,-1 0,0 0,0 0,1-1,1 1,0 1,0-1,0 0,-1 0,0 1,2-1,-1 1,1-1,0 1,2 0,0 0,-1 1,2 1,-2 1,1-1,-2 0,1-1,0 0,0-1,-1-1,0 1,-1-1,1 0,-1 1,0 1,0-1,1 0,-2 0,0 0,0 1,1 0,1 0,1 0,0 0,0 1,0-1,-1-2,0 1,0 0,0-1,0 0,1 1,-1-1,0 1,-1 0,1 1,-1-1,0 1,1-1,-1 0,0 0,0 0,-1 0,0 0,0 0,1-1,0 1,0-1,-1 0,0 0,0 0,1 0,-1 1,-1-1,0 1,0 0,0-1,0 1,-1 0,0 0,0 0,0 1,0-1,2 0,-1-1,2 1,0 1,1 0,0 0,1 0,-1-1,0 0,0 0,0 0,-1 0,1 0,-2 0,0 1,0-1,0 0,1 1,0 0,0 1,-1 0,0-1,0 0,1 0,0 1,-1-1,2 0,-1-1,0 0,0 1,1-1,-1 1,0-2,1 1,-1 0,0 1,0 0,-1 0,-1 0,-1 0,0 1,-1-1,2-2,0 1,1 0,1-2,-1 1,0 0,0 0,1 0,-1 1,1-1,0 1,-1 0,-1 0,0-1,1 0,0-1,-1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0T11:31:49.452"/>
    </inkml:context>
    <inkml:brush xml:id="br0">
      <inkml:brushProperty name="width" value="0.025" units="cm"/>
      <inkml:brushProperty name="height" value="0.15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1 0,'1334'455'0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6-20T11:31:53.714"/>
    </inkml:context>
    <inkml:brush xml:id="br0">
      <inkml:brushProperty name="width" value="0.025" units="cm"/>
      <inkml:brushProperty name="height" value="0.15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1,'0'0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6-20T11:31:56.986"/>
    </inkml:context>
    <inkml:brush xml:id="br0">
      <inkml:brushProperty name="width" value="0.025" units="cm"/>
      <inkml:brushProperty name="height" value="0.15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 17,'0'0,"3"0,0-1,1 0,1-1,0 0,0-1,-1 1,0 0,1 0,0 1,0 1,0 0,0 0,0 0,1 0,1 0,-1 0,1 0,-1 0,-1 0,2 0,-1 0,3 0,-1 0,1 1,2 0,2 1,1 0,2 1,-1 0,-3-1,0-1,-1 0,-3 0,0-1,-2 0,0 0,-1 0,0-1,0 1,0 0,0 0,1 0,-1 0,0 1,0 0,1 0,-1 0,0 0,1-1,-1 1,0 0,0 0,1 1,-1 0,0 0,1 0,1 0,0 0,3 2,-1-1,0-1,0 1,-1-1,0 1,-2-1,1 0,0 1,0 0,1-1,0 0,1 1,3 1,2 1,1 0,2 1,0 1,-2-1,-3-1,-2-1,-2-1,-2 0,0-1,-1 0,-1 0,0 0,0 1,0-1,0 0,0 0,1-1,0 1,1 0,-1-1,0 0,1 0,-1 0,0 1,1 0,0 0,0-1,1 2,0-1,2 0,0 0,1 1,0-1,-1 1,0 0,0-1,-1 0,2 0,1 1,-1-1,-1 1,1 1,1-1,0 0,-1 0,-1-1,0 1,-2-1,0-1,0 0,-1 0,1 0,0 1,0 0,-1 1,1-1,0 1,-1 0,1-1,-1 0,0 0,-1-1,0 1,0 0,0 0,0 0,1-1,-1 2,0-1,0 0,1 1,1 0,-1 1,2-1,-1 0,0 0,0-1,0 1,2-1,0 0,1 1,-1 1,2 0,0 1,0 0,-1 0,-1-1,-1-1,-1 1,-1-2,0 1,-1 0,0-1,1 1,0-2,1 2,0-1,1 1,2 0,-1 1,1 1,0 1,-1 0,1 0,1 0,-1 0,0-1,1-1,0-1,0 0,-1 0,-1 0,-1-1,-1 0,-1 0,-1 0,1 0,-1 0,0 1,0-1,0 1,1 0,0-1,1 1,0 0,0-1,0 1,0 0,2-1,1 1,3 1,1 0,1 2,-1-2,-1 0,-2 0,-2-2,-1 0,-1-1,-1-1,-1 0,0 0,0 1,0 0,0 1,0 0,0-1,1 1,-1-2,0 1,0 0,-1 0,-2 0,-1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6-20T11:32:03.883"/>
    </inkml:context>
    <inkml:brush xml:id="br0">
      <inkml:brushProperty name="width" value="0.025" units="cm"/>
      <inkml:brushProperty name="height" value="0.15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 1,'1'0,"1"0,2 0,1 0,1 0,0 0,0 0,0 0,0 0,0 0,-1 0,0 0,1 0,-1 0,0 0,0 0,1 0,-1 0,1 0,1 0,0 0,1 0,1 0,0 0,0 0,-2 0,1 0,1 1,-1 0,-1 1,-1 0,0 0,0-1,-1 0,0 0,0-1,0 1,-1 0,0 1,0 0,1 0,0-1,0 0,0-1,0 0,0 0,1 0,-1 0,0 0,1 0,-1 0,-1 1,1 0,-1 0,0 0,1 0,-1 0,0 0,0 1,0-1,1 0,0 1,0 0,-1 1,0 0,0 0,-1 0,0-1,1 0,0 0,-1 0,-1 1,1-1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2099160" y="539640"/>
            <a:ext cx="5359320" cy="1058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FFFFFF"/>
              </a:solidFill>
              <a:latin typeface="OpenSymbo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9;p2"/>
          <p:cNvPicPr/>
          <p:nvPr/>
        </p:nvPicPr>
        <p:blipFill>
          <a:blip r:embed="rId3"/>
          <a:srcRect t="1844" r="1844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pic>
        <p:nvPicPr>
          <p:cNvPr id="8" name="Google Shape;10;p2"/>
          <p:cNvPicPr/>
          <p:nvPr/>
        </p:nvPicPr>
        <p:blipFill>
          <a:blip r:embed="rId4">
            <a:alphaModFix amt="60000"/>
          </a:blip>
          <a:srcRect b="1681"/>
          <a:stretch/>
        </p:blipFill>
        <p:spPr>
          <a:xfrm>
            <a:off x="0" y="0"/>
            <a:ext cx="2740680" cy="5143320"/>
          </a:xfrm>
          <a:prstGeom prst="rect">
            <a:avLst/>
          </a:prstGeom>
          <a:ln w="0">
            <a:noFill/>
          </a:ln>
        </p:spPr>
      </p:pic>
      <p:grpSp>
        <p:nvGrpSpPr>
          <p:cNvPr id="2" name="Google Shape;11;p2"/>
          <p:cNvGrpSpPr/>
          <p:nvPr/>
        </p:nvGrpSpPr>
        <p:grpSpPr>
          <a:xfrm>
            <a:off x="-2166480" y="-2744640"/>
            <a:ext cx="13380120" cy="9878400"/>
            <a:chOff x="-2166480" y="-2744640"/>
            <a:chExt cx="13380120" cy="9878400"/>
          </a:xfrm>
        </p:grpSpPr>
        <p:pic>
          <p:nvPicPr>
            <p:cNvPr id="3" name="Google Shape;12;p2"/>
            <p:cNvPicPr/>
            <p:nvPr/>
          </p:nvPicPr>
          <p:blipFill>
            <a:blip r:embed="rId5">
              <a:alphaModFix amt="50000"/>
            </a:blip>
            <a:stretch/>
          </p:blipFill>
          <p:spPr>
            <a:xfrm rot="7507200">
              <a:off x="7163280" y="3111480"/>
              <a:ext cx="3409920" cy="33357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4" name="Google Shape;13;p2"/>
            <p:cNvPicPr/>
            <p:nvPr/>
          </p:nvPicPr>
          <p:blipFill>
            <a:blip r:embed="rId5">
              <a:alphaModFix amt="50000"/>
            </a:blip>
            <a:stretch/>
          </p:blipFill>
          <p:spPr>
            <a:xfrm rot="3138600">
              <a:off x="-1483560" y="-2016360"/>
              <a:ext cx="3541680" cy="346464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2007720" y="1080720"/>
            <a:ext cx="6719400" cy="1496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8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374;p14"/>
          <p:cNvPicPr/>
          <p:nvPr/>
        </p:nvPicPr>
        <p:blipFill>
          <a:blip r:embed="rId3"/>
          <a:srcRect t="1844" r="1844"/>
          <a:stretch/>
        </p:blipFill>
        <p:spPr>
          <a:xfrm flipH="1">
            <a:off x="360" y="0"/>
            <a:ext cx="9143640" cy="5143320"/>
          </a:xfrm>
          <a:prstGeom prst="rect">
            <a:avLst/>
          </a:prstGeom>
          <a:ln w="0">
            <a:noFill/>
          </a:ln>
        </p:spPr>
      </p:pic>
      <p:pic>
        <p:nvPicPr>
          <p:cNvPr id="126" name="Google Shape;375;p14"/>
          <p:cNvPicPr/>
          <p:nvPr/>
        </p:nvPicPr>
        <p:blipFill>
          <a:blip r:embed="rId4">
            <a:alphaModFix amt="60000"/>
          </a:blip>
          <a:srcRect b="1681"/>
          <a:stretch/>
        </p:blipFill>
        <p:spPr>
          <a:xfrm flipH="1">
            <a:off x="6489000" y="0"/>
            <a:ext cx="2740680" cy="5143320"/>
          </a:xfrm>
          <a:prstGeom prst="rect">
            <a:avLst/>
          </a:prstGeom>
          <a:ln w="0">
            <a:noFill/>
          </a:ln>
        </p:spPr>
      </p:pic>
      <p:grpSp>
        <p:nvGrpSpPr>
          <p:cNvPr id="127" name="Google Shape;376;p14"/>
          <p:cNvGrpSpPr/>
          <p:nvPr/>
        </p:nvGrpSpPr>
        <p:grpSpPr>
          <a:xfrm>
            <a:off x="-1880280" y="-2238480"/>
            <a:ext cx="12745800" cy="9193680"/>
            <a:chOff x="-1880280" y="-2238480"/>
            <a:chExt cx="12745800" cy="9193680"/>
          </a:xfrm>
        </p:grpSpPr>
        <p:pic>
          <p:nvPicPr>
            <p:cNvPr id="128" name="Google Shape;377;p14"/>
            <p:cNvPicPr/>
            <p:nvPr/>
          </p:nvPicPr>
          <p:blipFill>
            <a:blip r:embed="rId5">
              <a:alphaModFix amt="50000"/>
            </a:blip>
            <a:stretch/>
          </p:blipFill>
          <p:spPr>
            <a:xfrm rot="14977800" flipH="1">
              <a:off x="6854040" y="2959560"/>
              <a:ext cx="3541680" cy="34646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29" name="Google Shape;378;p14"/>
            <p:cNvPicPr/>
            <p:nvPr/>
          </p:nvPicPr>
          <p:blipFill>
            <a:blip r:embed="rId5">
              <a:alphaModFix amt="50000"/>
            </a:blip>
            <a:stretch/>
          </p:blipFill>
          <p:spPr>
            <a:xfrm rot="16919400" flipH="1">
              <a:off x="-1588680" y="-1878840"/>
              <a:ext cx="3541680" cy="34646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130" name="Google Shape;379;p14"/>
          <p:cNvGrpSpPr/>
          <p:nvPr/>
        </p:nvGrpSpPr>
        <p:grpSpPr>
          <a:xfrm>
            <a:off x="7748280" y="-749880"/>
            <a:ext cx="1963080" cy="2057760"/>
            <a:chOff x="7748280" y="-749880"/>
            <a:chExt cx="1963080" cy="2057760"/>
          </a:xfrm>
        </p:grpSpPr>
        <p:pic>
          <p:nvPicPr>
            <p:cNvPr id="131" name="Google Shape;380;p14"/>
            <p:cNvPicPr/>
            <p:nvPr/>
          </p:nvPicPr>
          <p:blipFill>
            <a:blip r:embed="rId6">
              <a:alphaModFix amt="50000"/>
            </a:blip>
            <a:stretch/>
          </p:blipFill>
          <p:spPr>
            <a:xfrm rot="16200000">
              <a:off x="7726320" y="-727920"/>
              <a:ext cx="2007000" cy="1963080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132" name="Google Shape;381;p14"/>
            <p:cNvGrpSpPr/>
            <p:nvPr/>
          </p:nvGrpSpPr>
          <p:grpSpPr>
            <a:xfrm>
              <a:off x="8696880" y="990720"/>
              <a:ext cx="344520" cy="317160"/>
              <a:chOff x="8696880" y="990720"/>
              <a:chExt cx="344520" cy="317160"/>
            </a:xfrm>
          </p:grpSpPr>
          <p:sp>
            <p:nvSpPr>
              <p:cNvPr id="133" name="Google Shape;382;p14"/>
              <p:cNvSpPr/>
              <p:nvPr/>
            </p:nvSpPr>
            <p:spPr>
              <a:xfrm>
                <a:off x="8811720" y="1044720"/>
                <a:ext cx="148320" cy="149040"/>
              </a:xfrm>
              <a:custGeom>
                <a:avLst/>
                <a:gdLst>
                  <a:gd name="textAreaLeft" fmla="*/ 0 w 148320"/>
                  <a:gd name="textAreaRight" fmla="*/ 148680 w 148320"/>
                  <a:gd name="textAreaTop" fmla="*/ 0 h 149040"/>
                  <a:gd name="textAreaBottom" fmla="*/ 149400 h 149040"/>
                </a:gdLst>
                <a:ahLst/>
                <a:cxnLst/>
                <a:rect l="textAreaLeft" t="textAreaTop" r="textAreaRight" b="textAreaBottom"/>
                <a:pathLst>
                  <a:path w="251" h="252">
                    <a:moveTo>
                      <a:pt x="197" y="142"/>
                    </a:moveTo>
                    <a:cubicBezTo>
                      <a:pt x="176" y="141"/>
                      <a:pt x="176" y="110"/>
                      <a:pt x="197" y="110"/>
                    </a:cubicBezTo>
                    <a:cubicBezTo>
                      <a:pt x="251" y="109"/>
                      <a:pt x="251" y="109"/>
                      <a:pt x="251" y="109"/>
                    </a:cubicBezTo>
                    <a:cubicBezTo>
                      <a:pt x="245" y="55"/>
                      <a:pt x="197" y="6"/>
                      <a:pt x="142" y="0"/>
                    </a:cubicBezTo>
                    <a:cubicBezTo>
                      <a:pt x="141" y="54"/>
                      <a:pt x="141" y="54"/>
                      <a:pt x="141" y="54"/>
                    </a:cubicBezTo>
                    <a:cubicBezTo>
                      <a:pt x="141" y="63"/>
                      <a:pt x="134" y="70"/>
                      <a:pt x="125" y="70"/>
                    </a:cubicBezTo>
                    <a:cubicBezTo>
                      <a:pt x="125" y="70"/>
                      <a:pt x="125" y="70"/>
                      <a:pt x="125" y="70"/>
                    </a:cubicBezTo>
                    <a:cubicBezTo>
                      <a:pt x="116" y="70"/>
                      <a:pt x="109" y="63"/>
                      <a:pt x="109" y="54"/>
                    </a:cubicBezTo>
                    <a:cubicBezTo>
                      <a:pt x="109" y="0"/>
                      <a:pt x="109" y="0"/>
                      <a:pt x="109" y="0"/>
                    </a:cubicBezTo>
                    <a:cubicBezTo>
                      <a:pt x="53" y="6"/>
                      <a:pt x="5" y="55"/>
                      <a:pt x="0" y="110"/>
                    </a:cubicBezTo>
                    <a:cubicBezTo>
                      <a:pt x="53" y="110"/>
                      <a:pt x="53" y="110"/>
                      <a:pt x="53" y="110"/>
                    </a:cubicBezTo>
                    <a:cubicBezTo>
                      <a:pt x="53" y="110"/>
                      <a:pt x="53" y="110"/>
                      <a:pt x="53" y="110"/>
                    </a:cubicBezTo>
                    <a:cubicBezTo>
                      <a:pt x="74" y="111"/>
                      <a:pt x="74" y="141"/>
                      <a:pt x="53" y="142"/>
                    </a:cubicBezTo>
                    <a:cubicBezTo>
                      <a:pt x="0" y="142"/>
                      <a:pt x="0" y="142"/>
                      <a:pt x="0" y="142"/>
                    </a:cubicBezTo>
                    <a:cubicBezTo>
                      <a:pt x="5" y="197"/>
                      <a:pt x="53" y="246"/>
                      <a:pt x="109" y="252"/>
                    </a:cubicBezTo>
                    <a:cubicBezTo>
                      <a:pt x="109" y="198"/>
                      <a:pt x="109" y="198"/>
                      <a:pt x="109" y="198"/>
                    </a:cubicBezTo>
                    <a:cubicBezTo>
                      <a:pt x="109" y="189"/>
                      <a:pt x="116" y="182"/>
                      <a:pt x="125" y="182"/>
                    </a:cubicBezTo>
                    <a:cubicBezTo>
                      <a:pt x="125" y="182"/>
                      <a:pt x="125" y="182"/>
                      <a:pt x="125" y="182"/>
                    </a:cubicBezTo>
                    <a:cubicBezTo>
                      <a:pt x="134" y="182"/>
                      <a:pt x="141" y="189"/>
                      <a:pt x="141" y="198"/>
                    </a:cubicBezTo>
                    <a:cubicBezTo>
                      <a:pt x="141" y="252"/>
                      <a:pt x="141" y="252"/>
                      <a:pt x="141" y="252"/>
                    </a:cubicBezTo>
                    <a:cubicBezTo>
                      <a:pt x="197" y="246"/>
                      <a:pt x="245" y="197"/>
                      <a:pt x="251" y="142"/>
                    </a:cubicBezTo>
                    <a:cubicBezTo>
                      <a:pt x="197" y="142"/>
                      <a:pt x="197" y="142"/>
                      <a:pt x="197" y="142"/>
                    </a:cubicBezTo>
                    <a:cubicBezTo>
                      <a:pt x="197" y="142"/>
                      <a:pt x="197" y="142"/>
                      <a:pt x="197" y="142"/>
                    </a:cubicBezTo>
                    <a:close/>
                    <a:moveTo>
                      <a:pt x="125" y="142"/>
                    </a:moveTo>
                    <a:cubicBezTo>
                      <a:pt x="104" y="141"/>
                      <a:pt x="104" y="111"/>
                      <a:pt x="125" y="110"/>
                    </a:cubicBezTo>
                    <a:cubicBezTo>
                      <a:pt x="147" y="110"/>
                      <a:pt x="147" y="141"/>
                      <a:pt x="125" y="14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4" name="Google Shape;383;p14"/>
              <p:cNvSpPr/>
              <p:nvPr/>
            </p:nvSpPr>
            <p:spPr>
              <a:xfrm>
                <a:off x="8696880" y="1229400"/>
                <a:ext cx="77760" cy="78480"/>
              </a:xfrm>
              <a:custGeom>
                <a:avLst/>
                <a:gdLst>
                  <a:gd name="textAreaLeft" fmla="*/ 0 w 77760"/>
                  <a:gd name="textAreaRight" fmla="*/ 78120 w 77760"/>
                  <a:gd name="textAreaTop" fmla="*/ 0 h 78480"/>
                  <a:gd name="textAreaBottom" fmla="*/ 78840 h 78480"/>
                </a:gdLst>
                <a:ahLst/>
                <a:cxnLst/>
                <a:rect l="textAreaLeft" t="textAreaTop" r="textAreaRight" b="textAreaBottom"/>
                <a:pathLst>
                  <a:path w="132" h="133">
                    <a:moveTo>
                      <a:pt x="75" y="0"/>
                    </a:moveTo>
                    <a:cubicBezTo>
                      <a:pt x="15" y="60"/>
                      <a:pt x="15" y="60"/>
                      <a:pt x="15" y="60"/>
                    </a:cubicBezTo>
                    <a:cubicBezTo>
                      <a:pt x="0" y="76"/>
                      <a:pt x="0" y="101"/>
                      <a:pt x="15" y="117"/>
                    </a:cubicBezTo>
                    <a:cubicBezTo>
                      <a:pt x="31" y="133"/>
                      <a:pt x="56" y="133"/>
                      <a:pt x="72" y="117"/>
                    </a:cubicBezTo>
                    <a:cubicBezTo>
                      <a:pt x="132" y="57"/>
                      <a:pt x="132" y="57"/>
                      <a:pt x="132" y="57"/>
                    </a:cubicBezTo>
                    <a:cubicBezTo>
                      <a:pt x="132" y="57"/>
                      <a:pt x="132" y="57"/>
                      <a:pt x="132" y="57"/>
                    </a:cubicBezTo>
                    <a:lnTo>
                      <a:pt x="75" y="0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9240" bIns="392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5" name="Google Shape;384;p14"/>
              <p:cNvSpPr/>
              <p:nvPr/>
            </p:nvSpPr>
            <p:spPr>
              <a:xfrm>
                <a:off x="8730360" y="990720"/>
                <a:ext cx="311040" cy="245520"/>
              </a:xfrm>
              <a:custGeom>
                <a:avLst/>
                <a:gdLst>
                  <a:gd name="textAreaLeft" fmla="*/ 0 w 311040"/>
                  <a:gd name="textAreaRight" fmla="*/ 311400 w 311040"/>
                  <a:gd name="textAreaTop" fmla="*/ 0 h 245520"/>
                  <a:gd name="textAreaBottom" fmla="*/ 245880 h 245520"/>
                </a:gdLst>
                <a:ahLst/>
                <a:cxnLst/>
                <a:rect l="textAreaLeft" t="textAreaTop" r="textAreaRight" b="textAreaBottom"/>
                <a:pathLst>
                  <a:path w="526" h="415">
                    <a:moveTo>
                      <a:pt x="402" y="77"/>
                    </a:moveTo>
                    <a:cubicBezTo>
                      <a:pt x="329" y="1"/>
                      <a:pt x="197" y="0"/>
                      <a:pt x="124" y="77"/>
                    </a:cubicBezTo>
                    <a:cubicBezTo>
                      <a:pt x="0" y="200"/>
                      <a:pt x="89" y="415"/>
                      <a:pt x="263" y="414"/>
                    </a:cubicBezTo>
                    <a:cubicBezTo>
                      <a:pt x="437" y="415"/>
                      <a:pt x="526" y="200"/>
                      <a:pt x="402" y="77"/>
                    </a:cubicBezTo>
                    <a:close/>
                    <a:moveTo>
                      <a:pt x="376" y="329"/>
                    </a:moveTo>
                    <a:cubicBezTo>
                      <a:pt x="312" y="393"/>
                      <a:pt x="211" y="390"/>
                      <a:pt x="151" y="329"/>
                    </a:cubicBezTo>
                    <a:cubicBezTo>
                      <a:pt x="120" y="299"/>
                      <a:pt x="105" y="259"/>
                      <a:pt x="104" y="219"/>
                    </a:cubicBezTo>
                    <a:cubicBezTo>
                      <a:pt x="104" y="218"/>
                      <a:pt x="104" y="218"/>
                      <a:pt x="104" y="217"/>
                    </a:cubicBezTo>
                    <a:cubicBezTo>
                      <a:pt x="104" y="216"/>
                      <a:pt x="104" y="216"/>
                      <a:pt x="104" y="215"/>
                    </a:cubicBezTo>
                    <a:cubicBezTo>
                      <a:pt x="103" y="131"/>
                      <a:pt x="177" y="56"/>
                      <a:pt x="263" y="57"/>
                    </a:cubicBezTo>
                    <a:cubicBezTo>
                      <a:pt x="409" y="60"/>
                      <a:pt x="473" y="231"/>
                      <a:pt x="376" y="32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6" name="Google Shape;385;p14"/>
              <p:cNvSpPr/>
              <p:nvPr/>
            </p:nvSpPr>
            <p:spPr>
              <a:xfrm>
                <a:off x="8754840" y="1196640"/>
                <a:ext cx="52560" cy="52560"/>
              </a:xfrm>
              <a:custGeom>
                <a:avLst/>
                <a:gdLst>
                  <a:gd name="textAreaLeft" fmla="*/ 0 w 52560"/>
                  <a:gd name="textAreaRight" fmla="*/ 52920 w 52560"/>
                  <a:gd name="textAreaTop" fmla="*/ 0 h 52560"/>
                  <a:gd name="textAreaBottom" fmla="*/ 52920 h 52560"/>
                </a:gdLst>
                <a:ahLst/>
                <a:cxnLst/>
                <a:rect l="textAreaLeft" t="textAreaTop" r="textAreaRight" b="textAreaBottom"/>
                <a:pathLst>
                  <a:path w="89" h="89">
                    <a:moveTo>
                      <a:pt x="33" y="0"/>
                    </a:moveTo>
                    <a:cubicBezTo>
                      <a:pt x="0" y="32"/>
                      <a:pt x="0" y="32"/>
                      <a:pt x="0" y="32"/>
                    </a:cubicBezTo>
                    <a:cubicBezTo>
                      <a:pt x="57" y="89"/>
                      <a:pt x="57" y="89"/>
                      <a:pt x="57" y="89"/>
                    </a:cubicBezTo>
                    <a:cubicBezTo>
                      <a:pt x="89" y="57"/>
                      <a:pt x="89" y="57"/>
                      <a:pt x="89" y="57"/>
                    </a:cubicBezTo>
                    <a:cubicBezTo>
                      <a:pt x="67" y="41"/>
                      <a:pt x="48" y="22"/>
                      <a:pt x="3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6280" bIns="262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137" name="Google Shape;386;p14"/>
            <p:cNvGrpSpPr/>
            <p:nvPr/>
          </p:nvGrpSpPr>
          <p:grpSpPr>
            <a:xfrm>
              <a:off x="8691120" y="332640"/>
              <a:ext cx="356040" cy="357120"/>
              <a:chOff x="8691120" y="332640"/>
              <a:chExt cx="356040" cy="357120"/>
            </a:xfrm>
          </p:grpSpPr>
          <p:sp>
            <p:nvSpPr>
              <p:cNvPr id="138" name="Google Shape;387;p14"/>
              <p:cNvSpPr/>
              <p:nvPr/>
            </p:nvSpPr>
            <p:spPr>
              <a:xfrm>
                <a:off x="8768880" y="542520"/>
                <a:ext cx="68400" cy="68400"/>
              </a:xfrm>
              <a:custGeom>
                <a:avLst/>
                <a:gdLst>
                  <a:gd name="textAreaLeft" fmla="*/ 0 w 68400"/>
                  <a:gd name="textAreaRight" fmla="*/ 68760 w 68400"/>
                  <a:gd name="textAreaTop" fmla="*/ 0 h 68400"/>
                  <a:gd name="textAreaBottom" fmla="*/ 68760 h 68400"/>
                </a:gdLst>
                <a:ahLst/>
                <a:cxnLst/>
                <a:rect l="textAreaLeft" t="textAreaTop" r="textAreaRight" b="textAreaBottom"/>
                <a:pathLst>
                  <a:path w="99" h="99">
                    <a:moveTo>
                      <a:pt x="0" y="2"/>
                    </a:moveTo>
                    <a:cubicBezTo>
                      <a:pt x="7" y="24"/>
                      <a:pt x="19" y="45"/>
                      <a:pt x="37" y="62"/>
                    </a:cubicBezTo>
                    <a:cubicBezTo>
                      <a:pt x="54" y="80"/>
                      <a:pt x="75" y="92"/>
                      <a:pt x="97" y="99"/>
                    </a:cubicBezTo>
                    <a:cubicBezTo>
                      <a:pt x="99" y="53"/>
                      <a:pt x="46" y="0"/>
                      <a:pt x="0" y="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4200" bIns="342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9" name="Google Shape;388;p14"/>
              <p:cNvSpPr/>
              <p:nvPr/>
            </p:nvSpPr>
            <p:spPr>
              <a:xfrm>
                <a:off x="8900640" y="543600"/>
                <a:ext cx="67680" cy="67320"/>
              </a:xfrm>
              <a:custGeom>
                <a:avLst/>
                <a:gdLst>
                  <a:gd name="textAreaLeft" fmla="*/ 0 w 67680"/>
                  <a:gd name="textAreaRight" fmla="*/ 68040 w 67680"/>
                  <a:gd name="textAreaTop" fmla="*/ 0 h 67320"/>
                  <a:gd name="textAreaBottom" fmla="*/ 67680 h 67320"/>
                </a:gdLst>
                <a:ahLst/>
                <a:cxnLst/>
                <a:rect l="textAreaLeft" t="textAreaTop" r="textAreaRight" b="textAreaBottom"/>
                <a:pathLst>
                  <a:path w="98" h="98">
                    <a:moveTo>
                      <a:pt x="31" y="32"/>
                    </a:moveTo>
                    <a:cubicBezTo>
                      <a:pt x="11" y="52"/>
                      <a:pt x="0" y="77"/>
                      <a:pt x="0" y="98"/>
                    </a:cubicBezTo>
                    <a:cubicBezTo>
                      <a:pt x="22" y="91"/>
                      <a:pt x="43" y="79"/>
                      <a:pt x="61" y="61"/>
                    </a:cubicBezTo>
                    <a:cubicBezTo>
                      <a:pt x="78" y="44"/>
                      <a:pt x="91" y="23"/>
                      <a:pt x="98" y="1"/>
                    </a:cubicBezTo>
                    <a:cubicBezTo>
                      <a:pt x="76" y="0"/>
                      <a:pt x="51" y="11"/>
                      <a:pt x="31" y="3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0" name="Google Shape;389;p14"/>
              <p:cNvSpPr/>
              <p:nvPr/>
            </p:nvSpPr>
            <p:spPr>
              <a:xfrm>
                <a:off x="8768880" y="411480"/>
                <a:ext cx="66960" cy="67680"/>
              </a:xfrm>
              <a:custGeom>
                <a:avLst/>
                <a:gdLst>
                  <a:gd name="textAreaLeft" fmla="*/ 0 w 66960"/>
                  <a:gd name="textAreaRight" fmla="*/ 67320 w 66960"/>
                  <a:gd name="textAreaTop" fmla="*/ 0 h 67680"/>
                  <a:gd name="textAreaBottom" fmla="*/ 68040 h 67680"/>
                </a:gdLst>
                <a:ahLst/>
                <a:cxnLst/>
                <a:rect l="textAreaLeft" t="textAreaTop" r="textAreaRight" b="textAreaBottom"/>
                <a:pathLst>
                  <a:path w="97" h="98">
                    <a:moveTo>
                      <a:pt x="66" y="67"/>
                    </a:moveTo>
                    <a:cubicBezTo>
                      <a:pt x="86" y="47"/>
                      <a:pt x="97" y="22"/>
                      <a:pt x="97" y="0"/>
                    </a:cubicBezTo>
                    <a:cubicBezTo>
                      <a:pt x="52" y="14"/>
                      <a:pt x="13" y="53"/>
                      <a:pt x="0" y="98"/>
                    </a:cubicBezTo>
                    <a:cubicBezTo>
                      <a:pt x="21" y="98"/>
                      <a:pt x="46" y="87"/>
                      <a:pt x="66" y="6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1" name="Google Shape;390;p14"/>
              <p:cNvSpPr/>
              <p:nvPr/>
            </p:nvSpPr>
            <p:spPr>
              <a:xfrm>
                <a:off x="8899200" y="411480"/>
                <a:ext cx="69120" cy="69120"/>
              </a:xfrm>
              <a:custGeom>
                <a:avLst/>
                <a:gdLst>
                  <a:gd name="textAreaLeft" fmla="*/ 0 w 69120"/>
                  <a:gd name="textAreaRight" fmla="*/ 69480 w 69120"/>
                  <a:gd name="textAreaTop" fmla="*/ 0 h 69120"/>
                  <a:gd name="textAreaBottom" fmla="*/ 69480 h 69120"/>
                </a:gdLst>
                <a:ahLst/>
                <a:cxnLst/>
                <a:rect l="textAreaLeft" t="textAreaTop" r="textAreaRight" b="textAreaBottom"/>
                <a:pathLst>
                  <a:path w="100" h="100">
                    <a:moveTo>
                      <a:pt x="100" y="98"/>
                    </a:moveTo>
                    <a:cubicBezTo>
                      <a:pt x="86" y="53"/>
                      <a:pt x="47" y="14"/>
                      <a:pt x="2" y="0"/>
                    </a:cubicBezTo>
                    <a:cubicBezTo>
                      <a:pt x="0" y="46"/>
                      <a:pt x="54" y="100"/>
                      <a:pt x="100" y="9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4560" bIns="345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2" name="Google Shape;391;p14"/>
              <p:cNvSpPr/>
              <p:nvPr/>
            </p:nvSpPr>
            <p:spPr>
              <a:xfrm>
                <a:off x="8850240" y="494640"/>
                <a:ext cx="36000" cy="3528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35280"/>
                  <a:gd name="textAreaBottom" fmla="*/ 35640 h 35280"/>
                </a:gdLst>
                <a:ahLst/>
                <a:cxnLst/>
                <a:rect l="textAreaLeft" t="textAreaTop" r="textAreaRight" b="textAreaBottom"/>
                <a:pathLst>
                  <a:path w="53" h="51">
                    <a:moveTo>
                      <a:pt x="27" y="0"/>
                    </a:moveTo>
                    <a:cubicBezTo>
                      <a:pt x="21" y="0"/>
                      <a:pt x="14" y="3"/>
                      <a:pt x="10" y="7"/>
                    </a:cubicBezTo>
                    <a:cubicBezTo>
                      <a:pt x="0" y="17"/>
                      <a:pt x="0" y="32"/>
                      <a:pt x="10" y="41"/>
                    </a:cubicBezTo>
                    <a:cubicBezTo>
                      <a:pt x="19" y="51"/>
                      <a:pt x="34" y="51"/>
                      <a:pt x="44" y="41"/>
                    </a:cubicBezTo>
                    <a:cubicBezTo>
                      <a:pt x="53" y="32"/>
                      <a:pt x="53" y="17"/>
                      <a:pt x="44" y="7"/>
                    </a:cubicBezTo>
                    <a:cubicBezTo>
                      <a:pt x="39" y="3"/>
                      <a:pt x="33" y="0"/>
                      <a:pt x="27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7640" bIns="176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3" name="Google Shape;392;p14"/>
              <p:cNvSpPr/>
              <p:nvPr/>
            </p:nvSpPr>
            <p:spPr>
              <a:xfrm>
                <a:off x="8763120" y="406800"/>
                <a:ext cx="209880" cy="209880"/>
              </a:xfrm>
              <a:custGeom>
                <a:avLst/>
                <a:gdLst>
                  <a:gd name="textAreaLeft" fmla="*/ 0 w 209880"/>
                  <a:gd name="textAreaRight" fmla="*/ 210240 w 209880"/>
                  <a:gd name="textAreaTop" fmla="*/ 0 h 209880"/>
                  <a:gd name="textAreaBottom" fmla="*/ 210240 h 209880"/>
                </a:gdLst>
                <a:ahLst/>
                <a:cxnLst/>
                <a:rect l="textAreaLeft" t="textAreaTop" r="textAreaRight" b="textAreaBottom"/>
                <a:pathLst>
                  <a:path w="303" h="303">
                    <a:moveTo>
                      <a:pt x="295" y="135"/>
                    </a:moveTo>
                    <a:cubicBezTo>
                      <a:pt x="265" y="135"/>
                      <a:pt x="233" y="120"/>
                      <a:pt x="208" y="95"/>
                    </a:cubicBezTo>
                    <a:cubicBezTo>
                      <a:pt x="192" y="79"/>
                      <a:pt x="180" y="61"/>
                      <a:pt x="174" y="41"/>
                    </a:cubicBezTo>
                    <a:cubicBezTo>
                      <a:pt x="169" y="27"/>
                      <a:pt x="168" y="14"/>
                      <a:pt x="169" y="1"/>
                    </a:cubicBezTo>
                    <a:cubicBezTo>
                      <a:pt x="158" y="0"/>
                      <a:pt x="146" y="0"/>
                      <a:pt x="135" y="1"/>
                    </a:cubicBezTo>
                    <a:cubicBezTo>
                      <a:pt x="140" y="52"/>
                      <a:pt x="93" y="114"/>
                      <a:pt x="41" y="129"/>
                    </a:cubicBezTo>
                    <a:cubicBezTo>
                      <a:pt x="28" y="134"/>
                      <a:pt x="15" y="135"/>
                      <a:pt x="1" y="134"/>
                    </a:cubicBezTo>
                    <a:cubicBezTo>
                      <a:pt x="0" y="146"/>
                      <a:pt x="0" y="157"/>
                      <a:pt x="1" y="168"/>
                    </a:cubicBezTo>
                    <a:cubicBezTo>
                      <a:pt x="68" y="161"/>
                      <a:pt x="142" y="235"/>
                      <a:pt x="135" y="302"/>
                    </a:cubicBezTo>
                    <a:cubicBezTo>
                      <a:pt x="146" y="303"/>
                      <a:pt x="157" y="303"/>
                      <a:pt x="169" y="302"/>
                    </a:cubicBezTo>
                    <a:cubicBezTo>
                      <a:pt x="166" y="270"/>
                      <a:pt x="180" y="235"/>
                      <a:pt x="208" y="207"/>
                    </a:cubicBezTo>
                    <a:cubicBezTo>
                      <a:pt x="224" y="191"/>
                      <a:pt x="242" y="180"/>
                      <a:pt x="262" y="173"/>
                    </a:cubicBezTo>
                    <a:cubicBezTo>
                      <a:pt x="275" y="169"/>
                      <a:pt x="289" y="167"/>
                      <a:pt x="302" y="168"/>
                    </a:cubicBezTo>
                    <a:cubicBezTo>
                      <a:pt x="303" y="157"/>
                      <a:pt x="303" y="146"/>
                      <a:pt x="302" y="134"/>
                    </a:cubicBezTo>
                    <a:cubicBezTo>
                      <a:pt x="300" y="134"/>
                      <a:pt x="297" y="135"/>
                      <a:pt x="295" y="135"/>
                    </a:cubicBezTo>
                    <a:close/>
                    <a:moveTo>
                      <a:pt x="190" y="190"/>
                    </a:moveTo>
                    <a:cubicBezTo>
                      <a:pt x="190" y="190"/>
                      <a:pt x="190" y="190"/>
                      <a:pt x="190" y="190"/>
                    </a:cubicBezTo>
                    <a:cubicBezTo>
                      <a:pt x="169" y="211"/>
                      <a:pt x="135" y="211"/>
                      <a:pt x="114" y="190"/>
                    </a:cubicBezTo>
                    <a:cubicBezTo>
                      <a:pt x="92" y="169"/>
                      <a:pt x="92" y="134"/>
                      <a:pt x="114" y="113"/>
                    </a:cubicBezTo>
                    <a:cubicBezTo>
                      <a:pt x="135" y="92"/>
                      <a:pt x="169" y="92"/>
                      <a:pt x="190" y="113"/>
                    </a:cubicBezTo>
                    <a:cubicBezTo>
                      <a:pt x="211" y="134"/>
                      <a:pt x="211" y="169"/>
                      <a:pt x="190" y="19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4" name="Google Shape;393;p14"/>
              <p:cNvSpPr/>
              <p:nvPr/>
            </p:nvSpPr>
            <p:spPr>
              <a:xfrm>
                <a:off x="8691120" y="332640"/>
                <a:ext cx="356040" cy="357120"/>
              </a:xfrm>
              <a:custGeom>
                <a:avLst/>
                <a:gdLst>
                  <a:gd name="textAreaLeft" fmla="*/ 0 w 356040"/>
                  <a:gd name="textAreaRight" fmla="*/ 356400 w 356040"/>
                  <a:gd name="textAreaTop" fmla="*/ 0 h 357120"/>
                  <a:gd name="textAreaBottom" fmla="*/ 357480 h 357120"/>
                </a:gdLst>
                <a:ahLst/>
                <a:cxnLst/>
                <a:rect l="textAreaLeft" t="textAreaTop" r="textAreaRight" b="textAreaBottom"/>
                <a:pathLst>
                  <a:path w="514" h="515">
                    <a:moveTo>
                      <a:pt x="507" y="209"/>
                    </a:moveTo>
                    <a:cubicBezTo>
                      <a:pt x="506" y="200"/>
                      <a:pt x="499" y="193"/>
                      <a:pt x="490" y="192"/>
                    </a:cubicBezTo>
                    <a:cubicBezTo>
                      <a:pt x="469" y="188"/>
                      <a:pt x="469" y="188"/>
                      <a:pt x="469" y="188"/>
                    </a:cubicBezTo>
                    <a:cubicBezTo>
                      <a:pt x="467" y="188"/>
                      <a:pt x="465" y="186"/>
                      <a:pt x="464" y="184"/>
                    </a:cubicBezTo>
                    <a:cubicBezTo>
                      <a:pt x="461" y="177"/>
                      <a:pt x="458" y="170"/>
                      <a:pt x="455" y="163"/>
                    </a:cubicBezTo>
                    <a:cubicBezTo>
                      <a:pt x="454" y="161"/>
                      <a:pt x="454" y="158"/>
                      <a:pt x="456" y="157"/>
                    </a:cubicBezTo>
                    <a:cubicBezTo>
                      <a:pt x="468" y="139"/>
                      <a:pt x="468" y="139"/>
                      <a:pt x="468" y="139"/>
                    </a:cubicBezTo>
                    <a:cubicBezTo>
                      <a:pt x="473" y="132"/>
                      <a:pt x="473" y="122"/>
                      <a:pt x="468" y="115"/>
                    </a:cubicBezTo>
                    <a:cubicBezTo>
                      <a:pt x="459" y="101"/>
                      <a:pt x="448" y="89"/>
                      <a:pt x="437" y="77"/>
                    </a:cubicBezTo>
                    <a:cubicBezTo>
                      <a:pt x="424" y="64"/>
                      <a:pt x="409" y="53"/>
                      <a:pt x="394" y="43"/>
                    </a:cubicBezTo>
                    <a:cubicBezTo>
                      <a:pt x="389" y="39"/>
                      <a:pt x="382" y="39"/>
                      <a:pt x="377" y="43"/>
                    </a:cubicBezTo>
                    <a:cubicBezTo>
                      <a:pt x="357" y="58"/>
                      <a:pt x="357" y="58"/>
                      <a:pt x="357" y="58"/>
                    </a:cubicBezTo>
                    <a:cubicBezTo>
                      <a:pt x="355" y="59"/>
                      <a:pt x="352" y="60"/>
                      <a:pt x="350" y="59"/>
                    </a:cubicBezTo>
                    <a:cubicBezTo>
                      <a:pt x="343" y="55"/>
                      <a:pt x="336" y="53"/>
                      <a:pt x="329" y="50"/>
                    </a:cubicBezTo>
                    <a:cubicBezTo>
                      <a:pt x="327" y="49"/>
                      <a:pt x="326" y="47"/>
                      <a:pt x="325" y="45"/>
                    </a:cubicBezTo>
                    <a:cubicBezTo>
                      <a:pt x="321" y="20"/>
                      <a:pt x="321" y="20"/>
                      <a:pt x="321" y="20"/>
                    </a:cubicBezTo>
                    <a:cubicBezTo>
                      <a:pt x="320" y="14"/>
                      <a:pt x="315" y="9"/>
                      <a:pt x="309" y="8"/>
                    </a:cubicBezTo>
                    <a:cubicBezTo>
                      <a:pt x="274" y="0"/>
                      <a:pt x="237" y="1"/>
                      <a:pt x="201" y="8"/>
                    </a:cubicBezTo>
                    <a:cubicBezTo>
                      <a:pt x="195" y="9"/>
                      <a:pt x="191" y="14"/>
                      <a:pt x="190" y="20"/>
                    </a:cubicBezTo>
                    <a:cubicBezTo>
                      <a:pt x="186" y="45"/>
                      <a:pt x="186" y="45"/>
                      <a:pt x="186" y="45"/>
                    </a:cubicBezTo>
                    <a:cubicBezTo>
                      <a:pt x="185" y="48"/>
                      <a:pt x="184" y="49"/>
                      <a:pt x="181" y="50"/>
                    </a:cubicBezTo>
                    <a:cubicBezTo>
                      <a:pt x="174" y="53"/>
                      <a:pt x="167" y="56"/>
                      <a:pt x="160" y="59"/>
                    </a:cubicBezTo>
                    <a:cubicBezTo>
                      <a:pt x="158" y="60"/>
                      <a:pt x="156" y="60"/>
                      <a:pt x="154" y="58"/>
                    </a:cubicBezTo>
                    <a:cubicBezTo>
                      <a:pt x="133" y="44"/>
                      <a:pt x="133" y="44"/>
                      <a:pt x="133" y="44"/>
                    </a:cubicBezTo>
                    <a:cubicBezTo>
                      <a:pt x="128" y="40"/>
                      <a:pt x="121" y="40"/>
                      <a:pt x="116" y="43"/>
                    </a:cubicBezTo>
                    <a:cubicBezTo>
                      <a:pt x="101" y="53"/>
                      <a:pt x="87" y="65"/>
                      <a:pt x="75" y="77"/>
                    </a:cubicBezTo>
                    <a:cubicBezTo>
                      <a:pt x="63" y="89"/>
                      <a:pt x="52" y="102"/>
                      <a:pt x="43" y="116"/>
                    </a:cubicBezTo>
                    <a:cubicBezTo>
                      <a:pt x="38" y="123"/>
                      <a:pt x="38" y="133"/>
                      <a:pt x="43" y="140"/>
                    </a:cubicBezTo>
                    <a:cubicBezTo>
                      <a:pt x="55" y="157"/>
                      <a:pt x="55" y="157"/>
                      <a:pt x="55" y="157"/>
                    </a:cubicBezTo>
                    <a:cubicBezTo>
                      <a:pt x="57" y="159"/>
                      <a:pt x="57" y="162"/>
                      <a:pt x="56" y="164"/>
                    </a:cubicBezTo>
                    <a:cubicBezTo>
                      <a:pt x="53" y="171"/>
                      <a:pt x="50" y="178"/>
                      <a:pt x="47" y="185"/>
                    </a:cubicBezTo>
                    <a:cubicBezTo>
                      <a:pt x="47" y="187"/>
                      <a:pt x="45" y="188"/>
                      <a:pt x="42" y="189"/>
                    </a:cubicBezTo>
                    <a:cubicBezTo>
                      <a:pt x="17" y="193"/>
                      <a:pt x="17" y="193"/>
                      <a:pt x="17" y="193"/>
                    </a:cubicBezTo>
                    <a:cubicBezTo>
                      <a:pt x="11" y="194"/>
                      <a:pt x="6" y="199"/>
                      <a:pt x="5" y="205"/>
                    </a:cubicBezTo>
                    <a:cubicBezTo>
                      <a:pt x="1" y="222"/>
                      <a:pt x="0" y="240"/>
                      <a:pt x="0" y="258"/>
                    </a:cubicBezTo>
                    <a:cubicBezTo>
                      <a:pt x="0" y="275"/>
                      <a:pt x="1" y="292"/>
                      <a:pt x="4" y="308"/>
                    </a:cubicBezTo>
                    <a:cubicBezTo>
                      <a:pt x="6" y="317"/>
                      <a:pt x="13" y="324"/>
                      <a:pt x="22" y="325"/>
                    </a:cubicBezTo>
                    <a:cubicBezTo>
                      <a:pt x="43" y="329"/>
                      <a:pt x="43" y="329"/>
                      <a:pt x="43" y="329"/>
                    </a:cubicBezTo>
                    <a:cubicBezTo>
                      <a:pt x="45" y="329"/>
                      <a:pt x="47" y="331"/>
                      <a:pt x="47" y="333"/>
                    </a:cubicBezTo>
                    <a:cubicBezTo>
                      <a:pt x="50" y="340"/>
                      <a:pt x="53" y="347"/>
                      <a:pt x="56" y="353"/>
                    </a:cubicBezTo>
                    <a:cubicBezTo>
                      <a:pt x="57" y="356"/>
                      <a:pt x="57" y="358"/>
                      <a:pt x="56" y="360"/>
                    </a:cubicBezTo>
                    <a:cubicBezTo>
                      <a:pt x="43" y="377"/>
                      <a:pt x="43" y="377"/>
                      <a:pt x="43" y="377"/>
                    </a:cubicBezTo>
                    <a:cubicBezTo>
                      <a:pt x="38" y="384"/>
                      <a:pt x="38" y="394"/>
                      <a:pt x="43" y="402"/>
                    </a:cubicBezTo>
                    <a:cubicBezTo>
                      <a:pt x="62" y="430"/>
                      <a:pt x="88" y="455"/>
                      <a:pt x="117" y="474"/>
                    </a:cubicBezTo>
                    <a:cubicBezTo>
                      <a:pt x="122" y="477"/>
                      <a:pt x="129" y="477"/>
                      <a:pt x="134" y="474"/>
                    </a:cubicBezTo>
                    <a:cubicBezTo>
                      <a:pt x="154" y="459"/>
                      <a:pt x="154" y="459"/>
                      <a:pt x="154" y="459"/>
                    </a:cubicBezTo>
                    <a:cubicBezTo>
                      <a:pt x="156" y="457"/>
                      <a:pt x="159" y="457"/>
                      <a:pt x="161" y="458"/>
                    </a:cubicBezTo>
                    <a:cubicBezTo>
                      <a:pt x="168" y="461"/>
                      <a:pt x="175" y="464"/>
                      <a:pt x="182" y="467"/>
                    </a:cubicBezTo>
                    <a:cubicBezTo>
                      <a:pt x="184" y="468"/>
                      <a:pt x="186" y="469"/>
                      <a:pt x="186" y="472"/>
                    </a:cubicBezTo>
                    <a:cubicBezTo>
                      <a:pt x="190" y="493"/>
                      <a:pt x="190" y="493"/>
                      <a:pt x="190" y="493"/>
                    </a:cubicBezTo>
                    <a:cubicBezTo>
                      <a:pt x="191" y="501"/>
                      <a:pt x="198" y="508"/>
                      <a:pt x="207" y="510"/>
                    </a:cubicBezTo>
                    <a:cubicBezTo>
                      <a:pt x="223" y="513"/>
                      <a:pt x="239" y="515"/>
                      <a:pt x="256" y="515"/>
                    </a:cubicBezTo>
                    <a:cubicBezTo>
                      <a:pt x="272" y="515"/>
                      <a:pt x="289" y="513"/>
                      <a:pt x="305" y="510"/>
                    </a:cubicBezTo>
                    <a:cubicBezTo>
                      <a:pt x="314" y="508"/>
                      <a:pt x="321" y="501"/>
                      <a:pt x="322" y="492"/>
                    </a:cubicBezTo>
                    <a:cubicBezTo>
                      <a:pt x="326" y="472"/>
                      <a:pt x="326" y="472"/>
                      <a:pt x="326" y="472"/>
                    </a:cubicBezTo>
                    <a:cubicBezTo>
                      <a:pt x="326" y="469"/>
                      <a:pt x="328" y="467"/>
                      <a:pt x="330" y="467"/>
                    </a:cubicBezTo>
                    <a:cubicBezTo>
                      <a:pt x="337" y="464"/>
                      <a:pt x="344" y="461"/>
                      <a:pt x="351" y="458"/>
                    </a:cubicBezTo>
                    <a:cubicBezTo>
                      <a:pt x="353" y="457"/>
                      <a:pt x="355" y="457"/>
                      <a:pt x="357" y="458"/>
                    </a:cubicBezTo>
                    <a:cubicBezTo>
                      <a:pt x="378" y="473"/>
                      <a:pt x="378" y="473"/>
                      <a:pt x="378" y="473"/>
                    </a:cubicBezTo>
                    <a:cubicBezTo>
                      <a:pt x="383" y="477"/>
                      <a:pt x="390" y="477"/>
                      <a:pt x="395" y="474"/>
                    </a:cubicBezTo>
                    <a:cubicBezTo>
                      <a:pt x="410" y="464"/>
                      <a:pt x="424" y="452"/>
                      <a:pt x="437" y="440"/>
                    </a:cubicBezTo>
                    <a:cubicBezTo>
                      <a:pt x="449" y="428"/>
                      <a:pt x="459" y="415"/>
                      <a:pt x="469" y="401"/>
                    </a:cubicBezTo>
                    <a:cubicBezTo>
                      <a:pt x="474" y="394"/>
                      <a:pt x="474" y="384"/>
                      <a:pt x="468" y="377"/>
                    </a:cubicBezTo>
                    <a:cubicBezTo>
                      <a:pt x="456" y="360"/>
                      <a:pt x="456" y="360"/>
                      <a:pt x="456" y="360"/>
                    </a:cubicBezTo>
                    <a:cubicBezTo>
                      <a:pt x="455" y="358"/>
                      <a:pt x="454" y="355"/>
                      <a:pt x="455" y="353"/>
                    </a:cubicBezTo>
                    <a:cubicBezTo>
                      <a:pt x="459" y="346"/>
                      <a:pt x="462" y="339"/>
                      <a:pt x="464" y="332"/>
                    </a:cubicBezTo>
                    <a:cubicBezTo>
                      <a:pt x="465" y="330"/>
                      <a:pt x="467" y="328"/>
                      <a:pt x="469" y="328"/>
                    </a:cubicBezTo>
                    <a:cubicBezTo>
                      <a:pt x="494" y="324"/>
                      <a:pt x="494" y="324"/>
                      <a:pt x="494" y="324"/>
                    </a:cubicBezTo>
                    <a:cubicBezTo>
                      <a:pt x="500" y="323"/>
                      <a:pt x="505" y="318"/>
                      <a:pt x="506" y="312"/>
                    </a:cubicBezTo>
                    <a:cubicBezTo>
                      <a:pt x="513" y="278"/>
                      <a:pt x="514" y="243"/>
                      <a:pt x="507" y="209"/>
                    </a:cubicBezTo>
                    <a:close/>
                    <a:moveTo>
                      <a:pt x="384" y="387"/>
                    </a:moveTo>
                    <a:cubicBezTo>
                      <a:pt x="339" y="431"/>
                      <a:pt x="279" y="448"/>
                      <a:pt x="220" y="436"/>
                    </a:cubicBezTo>
                    <a:cubicBezTo>
                      <a:pt x="219" y="436"/>
                      <a:pt x="218" y="436"/>
                      <a:pt x="217" y="436"/>
                    </a:cubicBezTo>
                    <a:cubicBezTo>
                      <a:pt x="217" y="436"/>
                      <a:pt x="217" y="436"/>
                      <a:pt x="217" y="436"/>
                    </a:cubicBezTo>
                    <a:cubicBezTo>
                      <a:pt x="151" y="423"/>
                      <a:pt x="91" y="363"/>
                      <a:pt x="79" y="297"/>
                    </a:cubicBezTo>
                    <a:cubicBezTo>
                      <a:pt x="79" y="297"/>
                      <a:pt x="79" y="297"/>
                      <a:pt x="79" y="297"/>
                    </a:cubicBezTo>
                    <a:cubicBezTo>
                      <a:pt x="78" y="296"/>
                      <a:pt x="78" y="295"/>
                      <a:pt x="78" y="294"/>
                    </a:cubicBezTo>
                    <a:cubicBezTo>
                      <a:pt x="73" y="271"/>
                      <a:pt x="73" y="246"/>
                      <a:pt x="78" y="222"/>
                    </a:cubicBezTo>
                    <a:cubicBezTo>
                      <a:pt x="78" y="221"/>
                      <a:pt x="78" y="220"/>
                      <a:pt x="79" y="219"/>
                    </a:cubicBezTo>
                    <a:cubicBezTo>
                      <a:pt x="79" y="219"/>
                      <a:pt x="79" y="219"/>
                      <a:pt x="79" y="219"/>
                    </a:cubicBezTo>
                    <a:cubicBezTo>
                      <a:pt x="108" y="81"/>
                      <a:pt x="283" y="29"/>
                      <a:pt x="384" y="130"/>
                    </a:cubicBezTo>
                    <a:cubicBezTo>
                      <a:pt x="409" y="155"/>
                      <a:pt x="425" y="186"/>
                      <a:pt x="433" y="219"/>
                    </a:cubicBezTo>
                    <a:cubicBezTo>
                      <a:pt x="433" y="219"/>
                      <a:pt x="433" y="219"/>
                      <a:pt x="433" y="219"/>
                    </a:cubicBezTo>
                    <a:cubicBezTo>
                      <a:pt x="433" y="221"/>
                      <a:pt x="433" y="222"/>
                      <a:pt x="433" y="223"/>
                    </a:cubicBezTo>
                    <a:cubicBezTo>
                      <a:pt x="445" y="280"/>
                      <a:pt x="428" y="342"/>
                      <a:pt x="384" y="3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145" name="Google Shape;394;p14"/>
            <p:cNvGrpSpPr/>
            <p:nvPr/>
          </p:nvGrpSpPr>
          <p:grpSpPr>
            <a:xfrm>
              <a:off x="8134560" y="650880"/>
              <a:ext cx="354600" cy="366480"/>
              <a:chOff x="8134560" y="650880"/>
              <a:chExt cx="354600" cy="366480"/>
            </a:xfrm>
          </p:grpSpPr>
          <p:sp>
            <p:nvSpPr>
              <p:cNvPr id="146" name="Google Shape;395;p14"/>
              <p:cNvSpPr/>
              <p:nvPr/>
            </p:nvSpPr>
            <p:spPr>
              <a:xfrm>
                <a:off x="8134560" y="650880"/>
                <a:ext cx="354600" cy="231480"/>
              </a:xfrm>
              <a:custGeom>
                <a:avLst/>
                <a:gdLst>
                  <a:gd name="textAreaLeft" fmla="*/ 0 w 354600"/>
                  <a:gd name="textAreaRight" fmla="*/ 354960 w 354600"/>
                  <a:gd name="textAreaTop" fmla="*/ 0 h 231480"/>
                  <a:gd name="textAreaBottom" fmla="*/ 231840 h 231480"/>
                </a:gdLst>
                <a:ahLst/>
                <a:cxnLst/>
                <a:rect l="textAreaLeft" t="textAreaTop" r="textAreaRight" b="textAreaBottom"/>
                <a:pathLst>
                  <a:path w="511" h="334">
                    <a:moveTo>
                      <a:pt x="470" y="187"/>
                    </a:moveTo>
                    <a:cubicBezTo>
                      <a:pt x="462" y="183"/>
                      <a:pt x="459" y="175"/>
                      <a:pt x="462" y="167"/>
                    </a:cubicBezTo>
                    <a:cubicBezTo>
                      <a:pt x="481" y="118"/>
                      <a:pt x="444" y="63"/>
                      <a:pt x="391" y="63"/>
                    </a:cubicBezTo>
                    <a:cubicBezTo>
                      <a:pt x="381" y="62"/>
                      <a:pt x="371" y="64"/>
                      <a:pt x="361" y="68"/>
                    </a:cubicBezTo>
                    <a:cubicBezTo>
                      <a:pt x="353" y="71"/>
                      <a:pt x="344" y="68"/>
                      <a:pt x="341" y="60"/>
                    </a:cubicBezTo>
                    <a:cubicBezTo>
                      <a:pt x="314" y="1"/>
                      <a:pt x="229" y="0"/>
                      <a:pt x="201" y="59"/>
                    </a:cubicBezTo>
                    <a:cubicBezTo>
                      <a:pt x="198" y="67"/>
                      <a:pt x="189" y="70"/>
                      <a:pt x="181" y="67"/>
                    </a:cubicBezTo>
                    <a:cubicBezTo>
                      <a:pt x="173" y="64"/>
                      <a:pt x="163" y="63"/>
                      <a:pt x="154" y="63"/>
                    </a:cubicBezTo>
                    <a:cubicBezTo>
                      <a:pt x="112" y="63"/>
                      <a:pt x="78" y="98"/>
                      <a:pt x="78" y="140"/>
                    </a:cubicBezTo>
                    <a:cubicBezTo>
                      <a:pt x="78" y="149"/>
                      <a:pt x="80" y="158"/>
                      <a:pt x="83" y="167"/>
                    </a:cubicBezTo>
                    <a:cubicBezTo>
                      <a:pt x="86" y="175"/>
                      <a:pt x="82" y="184"/>
                      <a:pt x="75" y="187"/>
                    </a:cubicBezTo>
                    <a:cubicBezTo>
                      <a:pt x="0" y="225"/>
                      <a:pt x="26" y="332"/>
                      <a:pt x="109" y="334"/>
                    </a:cubicBezTo>
                    <a:cubicBezTo>
                      <a:pt x="177" y="334"/>
                      <a:pt x="177" y="334"/>
                      <a:pt x="177" y="334"/>
                    </a:cubicBezTo>
                    <a:cubicBezTo>
                      <a:pt x="271" y="330"/>
                      <a:pt x="271" y="196"/>
                      <a:pt x="177" y="192"/>
                    </a:cubicBezTo>
                    <a:cubicBezTo>
                      <a:pt x="168" y="192"/>
                      <a:pt x="161" y="185"/>
                      <a:pt x="161" y="176"/>
                    </a:cubicBezTo>
                    <a:cubicBezTo>
                      <a:pt x="161" y="167"/>
                      <a:pt x="168" y="160"/>
                      <a:pt x="177" y="160"/>
                    </a:cubicBezTo>
                    <a:cubicBezTo>
                      <a:pt x="228" y="160"/>
                      <a:pt x="271" y="198"/>
                      <a:pt x="278" y="247"/>
                    </a:cubicBezTo>
                    <a:cubicBezTo>
                      <a:pt x="353" y="247"/>
                      <a:pt x="353" y="247"/>
                      <a:pt x="353" y="247"/>
                    </a:cubicBezTo>
                    <a:cubicBezTo>
                      <a:pt x="367" y="247"/>
                      <a:pt x="379" y="235"/>
                      <a:pt x="379" y="221"/>
                    </a:cubicBezTo>
                    <a:cubicBezTo>
                      <a:pt x="379" y="207"/>
                      <a:pt x="367" y="195"/>
                      <a:pt x="353" y="195"/>
                    </a:cubicBezTo>
                    <a:cubicBezTo>
                      <a:pt x="332" y="194"/>
                      <a:pt x="332" y="164"/>
                      <a:pt x="353" y="163"/>
                    </a:cubicBezTo>
                    <a:cubicBezTo>
                      <a:pt x="430" y="166"/>
                      <a:pt x="430" y="276"/>
                      <a:pt x="353" y="279"/>
                    </a:cubicBezTo>
                    <a:cubicBezTo>
                      <a:pt x="278" y="279"/>
                      <a:pt x="278" y="279"/>
                      <a:pt x="278" y="279"/>
                    </a:cubicBezTo>
                    <a:cubicBezTo>
                      <a:pt x="275" y="300"/>
                      <a:pt x="265" y="319"/>
                      <a:pt x="251" y="334"/>
                    </a:cubicBezTo>
                    <a:cubicBezTo>
                      <a:pt x="257" y="334"/>
                      <a:pt x="257" y="334"/>
                      <a:pt x="257" y="334"/>
                    </a:cubicBezTo>
                    <a:cubicBezTo>
                      <a:pt x="258" y="334"/>
                      <a:pt x="258" y="334"/>
                      <a:pt x="259" y="334"/>
                    </a:cubicBezTo>
                    <a:cubicBezTo>
                      <a:pt x="432" y="334"/>
                      <a:pt x="432" y="334"/>
                      <a:pt x="432" y="334"/>
                    </a:cubicBezTo>
                    <a:cubicBezTo>
                      <a:pt x="453" y="334"/>
                      <a:pt x="473" y="326"/>
                      <a:pt x="488" y="311"/>
                    </a:cubicBezTo>
                    <a:cubicBezTo>
                      <a:pt x="503" y="296"/>
                      <a:pt x="511" y="276"/>
                      <a:pt x="511" y="255"/>
                    </a:cubicBezTo>
                    <a:cubicBezTo>
                      <a:pt x="511" y="226"/>
                      <a:pt x="495" y="200"/>
                      <a:pt x="470" y="1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7" name="Google Shape;396;p14"/>
              <p:cNvSpPr/>
              <p:nvPr/>
            </p:nvSpPr>
            <p:spPr>
              <a:xfrm>
                <a:off x="8382960" y="971280"/>
                <a:ext cx="44280" cy="46080"/>
              </a:xfrm>
              <a:custGeom>
                <a:avLst/>
                <a:gdLst>
                  <a:gd name="textAreaLeft" fmla="*/ 0 w 44280"/>
                  <a:gd name="textAreaRight" fmla="*/ 44640 w 44280"/>
                  <a:gd name="textAreaTop" fmla="*/ 0 h 46080"/>
                  <a:gd name="textAreaBottom" fmla="*/ 46440 h 46080"/>
                </a:gdLst>
                <a:ahLst/>
                <a:cxnLst/>
                <a:rect l="textAreaLeft" t="textAreaTop" r="textAreaRight" b="textAreaBottom"/>
                <a:pathLst>
                  <a:path w="64" h="67">
                    <a:moveTo>
                      <a:pt x="6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52"/>
                      <a:pt x="14" y="67"/>
                      <a:pt x="32" y="67"/>
                    </a:cubicBezTo>
                    <a:cubicBezTo>
                      <a:pt x="57" y="67"/>
                      <a:pt x="57" y="67"/>
                      <a:pt x="57" y="67"/>
                    </a:cubicBezTo>
                    <a:cubicBezTo>
                      <a:pt x="61" y="67"/>
                      <a:pt x="64" y="63"/>
                      <a:pt x="64" y="59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64" y="0"/>
                      <a:pt x="64" y="0"/>
                      <a:pt x="6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3040" bIns="230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8" name="Google Shape;397;p14"/>
              <p:cNvSpPr/>
              <p:nvPr/>
            </p:nvSpPr>
            <p:spPr>
              <a:xfrm>
                <a:off x="8326440" y="900000"/>
                <a:ext cx="135000" cy="48600"/>
              </a:xfrm>
              <a:custGeom>
                <a:avLst/>
                <a:gdLst>
                  <a:gd name="textAreaLeft" fmla="*/ 0 w 135000"/>
                  <a:gd name="textAreaRight" fmla="*/ 135360 w 135000"/>
                  <a:gd name="textAreaTop" fmla="*/ 0 h 48600"/>
                  <a:gd name="textAreaBottom" fmla="*/ 48960 h 48600"/>
                </a:gdLst>
                <a:ahLst/>
                <a:cxnLst/>
                <a:rect l="textAreaLeft" t="textAreaTop" r="textAreaRight" b="textAreaBottom"/>
                <a:pathLst>
                  <a:path w="195" h="70">
                    <a:moveTo>
                      <a:pt x="195" y="19"/>
                    </a:moveTo>
                    <a:cubicBezTo>
                      <a:pt x="195" y="0"/>
                      <a:pt x="195" y="0"/>
                      <a:pt x="195" y="0"/>
                    </a:cubicBezTo>
                    <a:cubicBezTo>
                      <a:pt x="183" y="5"/>
                      <a:pt x="170" y="7"/>
                      <a:pt x="156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7" y="43"/>
                      <a:pt x="39" y="70"/>
                      <a:pt x="77" y="70"/>
                    </a:cubicBezTo>
                    <a:cubicBezTo>
                      <a:pt x="144" y="70"/>
                      <a:pt x="144" y="70"/>
                      <a:pt x="144" y="70"/>
                    </a:cubicBezTo>
                    <a:cubicBezTo>
                      <a:pt x="172" y="70"/>
                      <a:pt x="195" y="47"/>
                      <a:pt x="195" y="1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480" bIns="244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1651680" y="974520"/>
            <a:ext cx="5415120" cy="1055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0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5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421;p16"/>
          <p:cNvPicPr/>
          <p:nvPr/>
        </p:nvPicPr>
        <p:blipFill>
          <a:blip r:embed="rId3"/>
          <a:srcRect t="1844" r="1844"/>
          <a:stretch/>
        </p:blipFill>
        <p:spPr>
          <a:xfrm rot="10800000" flipH="1"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pic>
        <p:nvPicPr>
          <p:cNvPr id="170" name="Google Shape;422;p16"/>
          <p:cNvPicPr/>
          <p:nvPr/>
        </p:nvPicPr>
        <p:blipFill>
          <a:blip r:embed="rId4"/>
          <a:srcRect l="7208" r="48305" b="45432"/>
          <a:stretch/>
        </p:blipFill>
        <p:spPr>
          <a:xfrm rot="10800000">
            <a:off x="7925040" y="-75960"/>
            <a:ext cx="1218960" cy="2854080"/>
          </a:xfrm>
          <a:prstGeom prst="rect">
            <a:avLst/>
          </a:prstGeom>
          <a:ln w="0">
            <a:noFill/>
          </a:ln>
        </p:spPr>
      </p:pic>
      <p:pic>
        <p:nvPicPr>
          <p:cNvPr id="171" name="Google Shape;423;p16"/>
          <p:cNvPicPr/>
          <p:nvPr/>
        </p:nvPicPr>
        <p:blipFill>
          <a:blip r:embed="rId5">
            <a:alphaModFix amt="50000"/>
          </a:blip>
          <a:stretch/>
        </p:blipFill>
        <p:spPr>
          <a:xfrm rot="4362600">
            <a:off x="6965280" y="2439360"/>
            <a:ext cx="3541680" cy="3464640"/>
          </a:xfrm>
          <a:prstGeom prst="rect">
            <a:avLst/>
          </a:prstGeom>
          <a:ln w="0">
            <a:noFill/>
          </a:ln>
        </p:spPr>
      </p:pic>
      <p:grpSp>
        <p:nvGrpSpPr>
          <p:cNvPr id="172" name="Google Shape;424;p16"/>
          <p:cNvGrpSpPr/>
          <p:nvPr/>
        </p:nvGrpSpPr>
        <p:grpSpPr>
          <a:xfrm>
            <a:off x="-1080360" y="-464040"/>
            <a:ext cx="1963080" cy="2007000"/>
            <a:chOff x="-1080360" y="-464040"/>
            <a:chExt cx="1963080" cy="2007000"/>
          </a:xfrm>
        </p:grpSpPr>
        <p:pic>
          <p:nvPicPr>
            <p:cNvPr id="173" name="Google Shape;425;p16"/>
            <p:cNvPicPr/>
            <p:nvPr/>
          </p:nvPicPr>
          <p:blipFill>
            <a:blip r:embed="rId6">
              <a:alphaModFix amt="50000"/>
            </a:blip>
            <a:stretch/>
          </p:blipFill>
          <p:spPr>
            <a:xfrm rot="5400000" flipH="1">
              <a:off x="-1102320" y="-442080"/>
              <a:ext cx="2007000" cy="1963080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174" name="Google Shape;426;p16"/>
            <p:cNvGrpSpPr/>
            <p:nvPr/>
          </p:nvGrpSpPr>
          <p:grpSpPr>
            <a:xfrm>
              <a:off x="180360" y="344160"/>
              <a:ext cx="314280" cy="314640"/>
              <a:chOff x="180360" y="344160"/>
              <a:chExt cx="314280" cy="314640"/>
            </a:xfrm>
          </p:grpSpPr>
          <p:sp>
            <p:nvSpPr>
              <p:cNvPr id="175" name="Google Shape;427;p16"/>
              <p:cNvSpPr/>
              <p:nvPr/>
            </p:nvSpPr>
            <p:spPr>
              <a:xfrm>
                <a:off x="219600" y="374040"/>
                <a:ext cx="185760" cy="186480"/>
              </a:xfrm>
              <a:custGeom>
                <a:avLst/>
                <a:gdLst>
                  <a:gd name="textAreaLeft" fmla="*/ 0 w 185760"/>
                  <a:gd name="textAreaRight" fmla="*/ 186120 w 185760"/>
                  <a:gd name="textAreaTop" fmla="*/ 0 h 186480"/>
                  <a:gd name="textAreaBottom" fmla="*/ 186840 h 186480"/>
                </a:gdLst>
                <a:ahLst/>
                <a:cxnLst/>
                <a:rect l="textAreaLeft" t="textAreaTop" r="textAreaRight" b="textAreaBottom"/>
                <a:pathLst>
                  <a:path w="306" h="307">
                    <a:moveTo>
                      <a:pt x="23" y="169"/>
                    </a:moveTo>
                    <a:cubicBezTo>
                      <a:pt x="0" y="169"/>
                      <a:pt x="0" y="169"/>
                      <a:pt x="0" y="169"/>
                    </a:cubicBezTo>
                    <a:cubicBezTo>
                      <a:pt x="7" y="242"/>
                      <a:pt x="65" y="299"/>
                      <a:pt x="137" y="307"/>
                    </a:cubicBezTo>
                    <a:cubicBezTo>
                      <a:pt x="137" y="284"/>
                      <a:pt x="137" y="284"/>
                      <a:pt x="137" y="284"/>
                    </a:cubicBezTo>
                    <a:cubicBezTo>
                      <a:pt x="138" y="263"/>
                      <a:pt x="168" y="263"/>
                      <a:pt x="168" y="284"/>
                    </a:cubicBezTo>
                    <a:cubicBezTo>
                      <a:pt x="168" y="307"/>
                      <a:pt x="168" y="307"/>
                      <a:pt x="168" y="307"/>
                    </a:cubicBezTo>
                    <a:cubicBezTo>
                      <a:pt x="241" y="299"/>
                      <a:pt x="299" y="242"/>
                      <a:pt x="306" y="169"/>
                    </a:cubicBezTo>
                    <a:cubicBezTo>
                      <a:pt x="283" y="169"/>
                      <a:pt x="283" y="169"/>
                      <a:pt x="283" y="169"/>
                    </a:cubicBezTo>
                    <a:cubicBezTo>
                      <a:pt x="262" y="168"/>
                      <a:pt x="262" y="139"/>
                      <a:pt x="283" y="138"/>
                    </a:cubicBezTo>
                    <a:cubicBezTo>
                      <a:pt x="306" y="138"/>
                      <a:pt x="306" y="138"/>
                      <a:pt x="306" y="138"/>
                    </a:cubicBezTo>
                    <a:cubicBezTo>
                      <a:pt x="299" y="65"/>
                      <a:pt x="241" y="8"/>
                      <a:pt x="168" y="0"/>
                    </a:cubicBezTo>
                    <a:cubicBezTo>
                      <a:pt x="168" y="24"/>
                      <a:pt x="168" y="24"/>
                      <a:pt x="168" y="24"/>
                    </a:cubicBezTo>
                    <a:cubicBezTo>
                      <a:pt x="167" y="44"/>
                      <a:pt x="138" y="44"/>
                      <a:pt x="137" y="24"/>
                    </a:cubicBezTo>
                    <a:cubicBezTo>
                      <a:pt x="137" y="0"/>
                      <a:pt x="137" y="0"/>
                      <a:pt x="137" y="0"/>
                    </a:cubicBezTo>
                    <a:cubicBezTo>
                      <a:pt x="65" y="8"/>
                      <a:pt x="7" y="65"/>
                      <a:pt x="0" y="138"/>
                    </a:cubicBezTo>
                    <a:cubicBezTo>
                      <a:pt x="23" y="138"/>
                      <a:pt x="23" y="138"/>
                      <a:pt x="23" y="138"/>
                    </a:cubicBezTo>
                    <a:cubicBezTo>
                      <a:pt x="43" y="139"/>
                      <a:pt x="43" y="168"/>
                      <a:pt x="23" y="169"/>
                    </a:cubicBezTo>
                    <a:close/>
                    <a:moveTo>
                      <a:pt x="103" y="138"/>
                    </a:moveTo>
                    <a:cubicBezTo>
                      <a:pt x="109" y="138"/>
                      <a:pt x="109" y="138"/>
                      <a:pt x="109" y="138"/>
                    </a:cubicBezTo>
                    <a:cubicBezTo>
                      <a:pt x="116" y="107"/>
                      <a:pt x="144" y="84"/>
                      <a:pt x="177" y="84"/>
                    </a:cubicBezTo>
                    <a:cubicBezTo>
                      <a:pt x="186" y="84"/>
                      <a:pt x="193" y="91"/>
                      <a:pt x="193" y="99"/>
                    </a:cubicBezTo>
                    <a:cubicBezTo>
                      <a:pt x="193" y="108"/>
                      <a:pt x="186" y="115"/>
                      <a:pt x="177" y="115"/>
                    </a:cubicBezTo>
                    <a:cubicBezTo>
                      <a:pt x="161" y="115"/>
                      <a:pt x="147" y="124"/>
                      <a:pt x="141" y="138"/>
                    </a:cubicBezTo>
                    <a:cubicBezTo>
                      <a:pt x="177" y="138"/>
                      <a:pt x="177" y="138"/>
                      <a:pt x="177" y="138"/>
                    </a:cubicBezTo>
                    <a:cubicBezTo>
                      <a:pt x="198" y="139"/>
                      <a:pt x="198" y="169"/>
                      <a:pt x="177" y="170"/>
                    </a:cubicBezTo>
                    <a:cubicBezTo>
                      <a:pt x="141" y="170"/>
                      <a:pt x="141" y="170"/>
                      <a:pt x="141" y="170"/>
                    </a:cubicBezTo>
                    <a:cubicBezTo>
                      <a:pt x="147" y="183"/>
                      <a:pt x="161" y="193"/>
                      <a:pt x="177" y="193"/>
                    </a:cubicBezTo>
                    <a:cubicBezTo>
                      <a:pt x="186" y="193"/>
                      <a:pt x="193" y="200"/>
                      <a:pt x="193" y="209"/>
                    </a:cubicBezTo>
                    <a:cubicBezTo>
                      <a:pt x="193" y="217"/>
                      <a:pt x="186" y="224"/>
                      <a:pt x="177" y="224"/>
                    </a:cubicBezTo>
                    <a:cubicBezTo>
                      <a:pt x="144" y="224"/>
                      <a:pt x="116" y="201"/>
                      <a:pt x="109" y="170"/>
                    </a:cubicBezTo>
                    <a:cubicBezTo>
                      <a:pt x="103" y="170"/>
                      <a:pt x="103" y="170"/>
                      <a:pt x="103" y="170"/>
                    </a:cubicBezTo>
                    <a:cubicBezTo>
                      <a:pt x="82" y="169"/>
                      <a:pt x="82" y="139"/>
                      <a:pt x="103" y="13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76" name="Google Shape;428;p16"/>
              <p:cNvSpPr/>
              <p:nvPr/>
            </p:nvSpPr>
            <p:spPr>
              <a:xfrm>
                <a:off x="180360" y="344160"/>
                <a:ext cx="314280" cy="314640"/>
              </a:xfrm>
              <a:custGeom>
                <a:avLst/>
                <a:gdLst>
                  <a:gd name="textAreaLeft" fmla="*/ 0 w 314280"/>
                  <a:gd name="textAreaRight" fmla="*/ 314640 w 314280"/>
                  <a:gd name="textAreaTop" fmla="*/ 0 h 314640"/>
                  <a:gd name="textAreaBottom" fmla="*/ 315000 h 314640"/>
                </a:gdLst>
                <a:ahLst/>
                <a:cxnLst/>
                <a:rect l="textAreaLeft" t="textAreaTop" r="textAreaRight" b="textAreaBottom"/>
                <a:pathLst>
                  <a:path w="517" h="517">
                    <a:moveTo>
                      <a:pt x="497" y="487"/>
                    </a:moveTo>
                    <a:cubicBezTo>
                      <a:pt x="30" y="487"/>
                      <a:pt x="30" y="487"/>
                      <a:pt x="30" y="487"/>
                    </a:cubicBezTo>
                    <a:cubicBezTo>
                      <a:pt x="30" y="453"/>
                      <a:pt x="30" y="453"/>
                      <a:pt x="30" y="453"/>
                    </a:cubicBezTo>
                    <a:cubicBezTo>
                      <a:pt x="208" y="453"/>
                      <a:pt x="208" y="453"/>
                      <a:pt x="208" y="453"/>
                    </a:cubicBezTo>
                    <a:cubicBezTo>
                      <a:pt x="350" y="453"/>
                      <a:pt x="468" y="342"/>
                      <a:pt x="475" y="200"/>
                    </a:cubicBezTo>
                    <a:cubicBezTo>
                      <a:pt x="479" y="129"/>
                      <a:pt x="479" y="129"/>
                      <a:pt x="479" y="129"/>
                    </a:cubicBezTo>
                    <a:cubicBezTo>
                      <a:pt x="485" y="136"/>
                      <a:pt x="485" y="136"/>
                      <a:pt x="485" y="136"/>
                    </a:cubicBezTo>
                    <a:cubicBezTo>
                      <a:pt x="488" y="140"/>
                      <a:pt x="492" y="141"/>
                      <a:pt x="497" y="141"/>
                    </a:cubicBezTo>
                    <a:cubicBezTo>
                      <a:pt x="500" y="141"/>
                      <a:pt x="504" y="140"/>
                      <a:pt x="506" y="137"/>
                    </a:cubicBezTo>
                    <a:cubicBezTo>
                      <a:pt x="513" y="132"/>
                      <a:pt x="513" y="122"/>
                      <a:pt x="508" y="116"/>
                    </a:cubicBezTo>
                    <a:cubicBezTo>
                      <a:pt x="477" y="82"/>
                      <a:pt x="477" y="82"/>
                      <a:pt x="477" y="82"/>
                    </a:cubicBezTo>
                    <a:cubicBezTo>
                      <a:pt x="472" y="77"/>
                      <a:pt x="462" y="75"/>
                      <a:pt x="456" y="81"/>
                    </a:cubicBezTo>
                    <a:cubicBezTo>
                      <a:pt x="424" y="110"/>
                      <a:pt x="424" y="110"/>
                      <a:pt x="424" y="110"/>
                    </a:cubicBezTo>
                    <a:cubicBezTo>
                      <a:pt x="410" y="124"/>
                      <a:pt x="429" y="145"/>
                      <a:pt x="444" y="132"/>
                    </a:cubicBezTo>
                    <a:cubicBezTo>
                      <a:pt x="449" y="128"/>
                      <a:pt x="449" y="128"/>
                      <a:pt x="449" y="128"/>
                    </a:cubicBezTo>
                    <a:cubicBezTo>
                      <a:pt x="445" y="198"/>
                      <a:pt x="445" y="198"/>
                      <a:pt x="445" y="198"/>
                    </a:cubicBezTo>
                    <a:cubicBezTo>
                      <a:pt x="439" y="324"/>
                      <a:pt x="334" y="423"/>
                      <a:pt x="208" y="423"/>
                    </a:cubicBezTo>
                    <a:cubicBezTo>
                      <a:pt x="30" y="423"/>
                      <a:pt x="30" y="423"/>
                      <a:pt x="30" y="423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29" y="0"/>
                      <a:pt x="0" y="0"/>
                      <a:pt x="0" y="20"/>
                    </a:cubicBezTo>
                    <a:cubicBezTo>
                      <a:pt x="0" y="502"/>
                      <a:pt x="0" y="502"/>
                      <a:pt x="0" y="502"/>
                    </a:cubicBezTo>
                    <a:cubicBezTo>
                      <a:pt x="0" y="510"/>
                      <a:pt x="6" y="517"/>
                      <a:pt x="15" y="517"/>
                    </a:cubicBezTo>
                    <a:cubicBezTo>
                      <a:pt x="497" y="517"/>
                      <a:pt x="497" y="517"/>
                      <a:pt x="497" y="517"/>
                    </a:cubicBezTo>
                    <a:cubicBezTo>
                      <a:pt x="517" y="516"/>
                      <a:pt x="517" y="487"/>
                      <a:pt x="497" y="4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177" name="Google Shape;429;p16"/>
            <p:cNvGrpSpPr/>
            <p:nvPr/>
          </p:nvGrpSpPr>
          <p:grpSpPr>
            <a:xfrm>
              <a:off x="149760" y="954360"/>
              <a:ext cx="375480" cy="388080"/>
              <a:chOff x="149760" y="954360"/>
              <a:chExt cx="375480" cy="388080"/>
            </a:xfrm>
          </p:grpSpPr>
          <p:sp>
            <p:nvSpPr>
              <p:cNvPr id="178" name="Google Shape;430;p16"/>
              <p:cNvSpPr/>
              <p:nvPr/>
            </p:nvSpPr>
            <p:spPr>
              <a:xfrm>
                <a:off x="149760" y="954360"/>
                <a:ext cx="375480" cy="245160"/>
              </a:xfrm>
              <a:custGeom>
                <a:avLst/>
                <a:gdLst>
                  <a:gd name="textAreaLeft" fmla="*/ 0 w 375480"/>
                  <a:gd name="textAreaRight" fmla="*/ 375840 w 375480"/>
                  <a:gd name="textAreaTop" fmla="*/ 0 h 245160"/>
                  <a:gd name="textAreaBottom" fmla="*/ 245520 h 245160"/>
                </a:gdLst>
                <a:ahLst/>
                <a:cxnLst/>
                <a:rect l="textAreaLeft" t="textAreaTop" r="textAreaRight" b="textAreaBottom"/>
                <a:pathLst>
                  <a:path w="511" h="334">
                    <a:moveTo>
                      <a:pt x="470" y="187"/>
                    </a:moveTo>
                    <a:cubicBezTo>
                      <a:pt x="462" y="183"/>
                      <a:pt x="459" y="175"/>
                      <a:pt x="462" y="167"/>
                    </a:cubicBezTo>
                    <a:cubicBezTo>
                      <a:pt x="481" y="118"/>
                      <a:pt x="444" y="63"/>
                      <a:pt x="391" y="63"/>
                    </a:cubicBezTo>
                    <a:cubicBezTo>
                      <a:pt x="381" y="62"/>
                      <a:pt x="371" y="64"/>
                      <a:pt x="361" y="68"/>
                    </a:cubicBezTo>
                    <a:cubicBezTo>
                      <a:pt x="353" y="71"/>
                      <a:pt x="344" y="68"/>
                      <a:pt x="341" y="60"/>
                    </a:cubicBezTo>
                    <a:cubicBezTo>
                      <a:pt x="314" y="1"/>
                      <a:pt x="229" y="0"/>
                      <a:pt x="201" y="59"/>
                    </a:cubicBezTo>
                    <a:cubicBezTo>
                      <a:pt x="198" y="67"/>
                      <a:pt x="189" y="70"/>
                      <a:pt x="181" y="67"/>
                    </a:cubicBezTo>
                    <a:cubicBezTo>
                      <a:pt x="173" y="64"/>
                      <a:pt x="163" y="63"/>
                      <a:pt x="154" y="63"/>
                    </a:cubicBezTo>
                    <a:cubicBezTo>
                      <a:pt x="112" y="63"/>
                      <a:pt x="78" y="98"/>
                      <a:pt x="78" y="140"/>
                    </a:cubicBezTo>
                    <a:cubicBezTo>
                      <a:pt x="78" y="149"/>
                      <a:pt x="80" y="158"/>
                      <a:pt x="83" y="167"/>
                    </a:cubicBezTo>
                    <a:cubicBezTo>
                      <a:pt x="86" y="175"/>
                      <a:pt x="82" y="184"/>
                      <a:pt x="75" y="187"/>
                    </a:cubicBezTo>
                    <a:cubicBezTo>
                      <a:pt x="0" y="225"/>
                      <a:pt x="26" y="332"/>
                      <a:pt x="109" y="334"/>
                    </a:cubicBezTo>
                    <a:cubicBezTo>
                      <a:pt x="177" y="334"/>
                      <a:pt x="177" y="334"/>
                      <a:pt x="177" y="334"/>
                    </a:cubicBezTo>
                    <a:cubicBezTo>
                      <a:pt x="271" y="330"/>
                      <a:pt x="271" y="196"/>
                      <a:pt x="177" y="192"/>
                    </a:cubicBezTo>
                    <a:cubicBezTo>
                      <a:pt x="168" y="192"/>
                      <a:pt x="161" y="185"/>
                      <a:pt x="161" y="176"/>
                    </a:cubicBezTo>
                    <a:cubicBezTo>
                      <a:pt x="161" y="167"/>
                      <a:pt x="168" y="160"/>
                      <a:pt x="177" y="160"/>
                    </a:cubicBezTo>
                    <a:cubicBezTo>
                      <a:pt x="228" y="160"/>
                      <a:pt x="271" y="198"/>
                      <a:pt x="278" y="247"/>
                    </a:cubicBezTo>
                    <a:cubicBezTo>
                      <a:pt x="353" y="247"/>
                      <a:pt x="353" y="247"/>
                      <a:pt x="353" y="247"/>
                    </a:cubicBezTo>
                    <a:cubicBezTo>
                      <a:pt x="367" y="247"/>
                      <a:pt x="379" y="235"/>
                      <a:pt x="379" y="221"/>
                    </a:cubicBezTo>
                    <a:cubicBezTo>
                      <a:pt x="379" y="207"/>
                      <a:pt x="367" y="195"/>
                      <a:pt x="353" y="195"/>
                    </a:cubicBezTo>
                    <a:cubicBezTo>
                      <a:pt x="332" y="194"/>
                      <a:pt x="332" y="164"/>
                      <a:pt x="353" y="163"/>
                    </a:cubicBezTo>
                    <a:cubicBezTo>
                      <a:pt x="430" y="166"/>
                      <a:pt x="430" y="276"/>
                      <a:pt x="353" y="279"/>
                    </a:cubicBezTo>
                    <a:cubicBezTo>
                      <a:pt x="278" y="279"/>
                      <a:pt x="278" y="279"/>
                      <a:pt x="278" y="279"/>
                    </a:cubicBezTo>
                    <a:cubicBezTo>
                      <a:pt x="275" y="300"/>
                      <a:pt x="265" y="319"/>
                      <a:pt x="251" y="334"/>
                    </a:cubicBezTo>
                    <a:cubicBezTo>
                      <a:pt x="257" y="334"/>
                      <a:pt x="257" y="334"/>
                      <a:pt x="257" y="334"/>
                    </a:cubicBezTo>
                    <a:cubicBezTo>
                      <a:pt x="258" y="334"/>
                      <a:pt x="258" y="334"/>
                      <a:pt x="259" y="334"/>
                    </a:cubicBezTo>
                    <a:cubicBezTo>
                      <a:pt x="432" y="334"/>
                      <a:pt x="432" y="334"/>
                      <a:pt x="432" y="334"/>
                    </a:cubicBezTo>
                    <a:cubicBezTo>
                      <a:pt x="453" y="334"/>
                      <a:pt x="473" y="326"/>
                      <a:pt x="488" y="311"/>
                    </a:cubicBezTo>
                    <a:cubicBezTo>
                      <a:pt x="503" y="296"/>
                      <a:pt x="511" y="276"/>
                      <a:pt x="511" y="255"/>
                    </a:cubicBezTo>
                    <a:cubicBezTo>
                      <a:pt x="511" y="226"/>
                      <a:pt x="495" y="200"/>
                      <a:pt x="470" y="1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79" name="Google Shape;431;p16"/>
              <p:cNvSpPr/>
              <p:nvPr/>
            </p:nvSpPr>
            <p:spPr>
              <a:xfrm>
                <a:off x="412560" y="1293480"/>
                <a:ext cx="46800" cy="48960"/>
              </a:xfrm>
              <a:custGeom>
                <a:avLst/>
                <a:gdLst>
                  <a:gd name="textAreaLeft" fmla="*/ 0 w 46800"/>
                  <a:gd name="textAreaRight" fmla="*/ 47160 w 46800"/>
                  <a:gd name="textAreaTop" fmla="*/ 0 h 48960"/>
                  <a:gd name="textAreaBottom" fmla="*/ 49320 h 48960"/>
                </a:gdLst>
                <a:ahLst/>
                <a:cxnLst/>
                <a:rect l="textAreaLeft" t="textAreaTop" r="textAreaRight" b="textAreaBottom"/>
                <a:pathLst>
                  <a:path w="64" h="67">
                    <a:moveTo>
                      <a:pt x="6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52"/>
                      <a:pt x="14" y="67"/>
                      <a:pt x="32" y="67"/>
                    </a:cubicBezTo>
                    <a:cubicBezTo>
                      <a:pt x="57" y="67"/>
                      <a:pt x="57" y="67"/>
                      <a:pt x="57" y="67"/>
                    </a:cubicBezTo>
                    <a:cubicBezTo>
                      <a:pt x="61" y="67"/>
                      <a:pt x="64" y="63"/>
                      <a:pt x="64" y="59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64" y="0"/>
                      <a:pt x="64" y="0"/>
                      <a:pt x="6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480" bIns="244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80" name="Google Shape;432;p16"/>
              <p:cNvSpPr/>
              <p:nvPr/>
            </p:nvSpPr>
            <p:spPr>
              <a:xfrm>
                <a:off x="352800" y="1218240"/>
                <a:ext cx="142920" cy="51480"/>
              </a:xfrm>
              <a:custGeom>
                <a:avLst/>
                <a:gdLst>
                  <a:gd name="textAreaLeft" fmla="*/ 0 w 142920"/>
                  <a:gd name="textAreaRight" fmla="*/ 143280 w 142920"/>
                  <a:gd name="textAreaTop" fmla="*/ 0 h 51480"/>
                  <a:gd name="textAreaBottom" fmla="*/ 51840 h 51480"/>
                </a:gdLst>
                <a:ahLst/>
                <a:cxnLst/>
                <a:rect l="textAreaLeft" t="textAreaTop" r="textAreaRight" b="textAreaBottom"/>
                <a:pathLst>
                  <a:path w="195" h="70">
                    <a:moveTo>
                      <a:pt x="195" y="19"/>
                    </a:moveTo>
                    <a:cubicBezTo>
                      <a:pt x="195" y="0"/>
                      <a:pt x="195" y="0"/>
                      <a:pt x="195" y="0"/>
                    </a:cubicBezTo>
                    <a:cubicBezTo>
                      <a:pt x="183" y="5"/>
                      <a:pt x="170" y="7"/>
                      <a:pt x="156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7" y="43"/>
                      <a:pt x="39" y="70"/>
                      <a:pt x="77" y="70"/>
                    </a:cubicBezTo>
                    <a:cubicBezTo>
                      <a:pt x="144" y="70"/>
                      <a:pt x="144" y="70"/>
                      <a:pt x="144" y="70"/>
                    </a:cubicBezTo>
                    <a:cubicBezTo>
                      <a:pt x="172" y="70"/>
                      <a:pt x="195" y="47"/>
                      <a:pt x="195" y="1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sp>
        <p:nvSpPr>
          <p:cNvPr id="181" name="PlaceHolder 1"/>
          <p:cNvSpPr>
            <a:spLocks noGrp="1"/>
          </p:cNvSpPr>
          <p:nvPr>
            <p:ph type="title"/>
          </p:nvPr>
        </p:nvSpPr>
        <p:spPr>
          <a:xfrm>
            <a:off x="713160" y="878760"/>
            <a:ext cx="3983400" cy="1027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0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82" name="PlaceHolder 2"/>
          <p:cNvSpPr>
            <a:spLocks noGrp="1"/>
          </p:cNvSpPr>
          <p:nvPr>
            <p:ph type="body"/>
          </p:nvPr>
        </p:nvSpPr>
        <p:spPr>
          <a:xfrm>
            <a:off x="5009760" y="0"/>
            <a:ext cx="413388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0" name="Google Shape;17;p3"/>
          <p:cNvPicPr/>
          <p:nvPr/>
        </p:nvPicPr>
        <p:blipFill>
          <a:blip r:embed="rId3"/>
          <a:srcRect t="1844" r="1844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pic>
        <p:nvPicPr>
          <p:cNvPr id="351" name="Google Shape;18;p3"/>
          <p:cNvPicPr/>
          <p:nvPr/>
        </p:nvPicPr>
        <p:blipFill>
          <a:blip r:embed="rId4">
            <a:alphaModFix amt="60000"/>
          </a:blip>
          <a:srcRect b="1681"/>
          <a:stretch/>
        </p:blipFill>
        <p:spPr>
          <a:xfrm>
            <a:off x="0" y="0"/>
            <a:ext cx="2740680" cy="5143320"/>
          </a:xfrm>
          <a:prstGeom prst="rect">
            <a:avLst/>
          </a:prstGeom>
          <a:ln w="0">
            <a:noFill/>
          </a:ln>
        </p:spPr>
      </p:pic>
      <p:grpSp>
        <p:nvGrpSpPr>
          <p:cNvPr id="352" name="Google Shape;19;p3"/>
          <p:cNvGrpSpPr/>
          <p:nvPr/>
        </p:nvGrpSpPr>
        <p:grpSpPr>
          <a:xfrm>
            <a:off x="-1317240" y="-1764360"/>
            <a:ext cx="12139560" cy="8643960"/>
            <a:chOff x="-1317240" y="-1764360"/>
            <a:chExt cx="12139560" cy="8643960"/>
          </a:xfrm>
        </p:grpSpPr>
        <p:pic>
          <p:nvPicPr>
            <p:cNvPr id="353" name="Google Shape;20;p3"/>
            <p:cNvPicPr/>
            <p:nvPr/>
          </p:nvPicPr>
          <p:blipFill>
            <a:blip r:embed="rId5">
              <a:alphaModFix amt="50000"/>
            </a:blip>
            <a:stretch/>
          </p:blipFill>
          <p:spPr>
            <a:xfrm rot="1120800">
              <a:off x="6818760" y="-1288440"/>
              <a:ext cx="3541680" cy="34646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354" name="Google Shape;21;p3"/>
            <p:cNvPicPr/>
            <p:nvPr/>
          </p:nvPicPr>
          <p:blipFill>
            <a:blip r:embed="rId5">
              <a:alphaModFix amt="50000"/>
            </a:blip>
            <a:stretch/>
          </p:blipFill>
          <p:spPr>
            <a:xfrm rot="4680600">
              <a:off x="-1025640" y="3054960"/>
              <a:ext cx="3541680" cy="34646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355" name="Google Shape;22;p3"/>
          <p:cNvGrpSpPr/>
          <p:nvPr/>
        </p:nvGrpSpPr>
        <p:grpSpPr>
          <a:xfrm>
            <a:off x="-812520" y="-464040"/>
            <a:ext cx="10246680" cy="6233040"/>
            <a:chOff x="-812520" y="-464040"/>
            <a:chExt cx="10246680" cy="6233040"/>
          </a:xfrm>
        </p:grpSpPr>
        <p:grpSp>
          <p:nvGrpSpPr>
            <p:cNvPr id="356" name="Google Shape;23;p3"/>
            <p:cNvGrpSpPr/>
            <p:nvPr/>
          </p:nvGrpSpPr>
          <p:grpSpPr>
            <a:xfrm>
              <a:off x="-812520" y="-464040"/>
              <a:ext cx="1963080" cy="2007000"/>
              <a:chOff x="-812520" y="-464040"/>
              <a:chExt cx="1963080" cy="2007000"/>
            </a:xfrm>
          </p:grpSpPr>
          <p:pic>
            <p:nvPicPr>
              <p:cNvPr id="357" name="Google Shape;24;p3"/>
              <p:cNvPicPr/>
              <p:nvPr/>
            </p:nvPicPr>
            <p:blipFill>
              <a:blip r:embed="rId6">
                <a:alphaModFix amt="50000"/>
              </a:blip>
              <a:stretch/>
            </p:blipFill>
            <p:spPr>
              <a:xfrm rot="5400000">
                <a:off x="-834480" y="-442080"/>
                <a:ext cx="2007000" cy="1963080"/>
              </a:xfrm>
              <a:prstGeom prst="rect">
                <a:avLst/>
              </a:prstGeom>
              <a:ln w="0">
                <a:noFill/>
              </a:ln>
            </p:spPr>
          </p:pic>
          <p:grpSp>
            <p:nvGrpSpPr>
              <p:cNvPr id="358" name="Google Shape;25;p3"/>
              <p:cNvGrpSpPr/>
              <p:nvPr/>
            </p:nvGrpSpPr>
            <p:grpSpPr>
              <a:xfrm>
                <a:off x="432360" y="425520"/>
                <a:ext cx="326880" cy="318240"/>
                <a:chOff x="432360" y="425520"/>
                <a:chExt cx="326880" cy="318240"/>
              </a:xfrm>
            </p:grpSpPr>
            <p:sp>
              <p:nvSpPr>
                <p:cNvPr id="359" name="Google Shape;26;p3"/>
                <p:cNvSpPr/>
                <p:nvPr/>
              </p:nvSpPr>
              <p:spPr>
                <a:xfrm>
                  <a:off x="558720" y="722160"/>
                  <a:ext cx="115920" cy="21600"/>
                </a:xfrm>
                <a:custGeom>
                  <a:avLst/>
                  <a:gdLst>
                    <a:gd name="textAreaLeft" fmla="*/ 0 w 115920"/>
                    <a:gd name="textAreaRight" fmla="*/ 116280 w 115920"/>
                    <a:gd name="textAreaTop" fmla="*/ 0 h 21600"/>
                    <a:gd name="textAreaBottom" fmla="*/ 21960 h 21600"/>
                  </a:gdLst>
                  <a:ahLst/>
                  <a:cxnLst/>
                  <a:rect l="textAreaLeft" t="textAreaTop" r="textAreaRight" b="textAreaBottom"/>
                  <a:pathLst>
                    <a:path w="190" h="36">
                      <a:moveTo>
                        <a:pt x="1" y="14"/>
                      </a:moveTo>
                      <a:cubicBezTo>
                        <a:pt x="0" y="16"/>
                        <a:pt x="2" y="19"/>
                        <a:pt x="4" y="19"/>
                      </a:cubicBezTo>
                      <a:cubicBezTo>
                        <a:pt x="65" y="36"/>
                        <a:pt x="135" y="29"/>
                        <a:pt x="190" y="0"/>
                      </a:cubicBezTo>
                      <a:cubicBezTo>
                        <a:pt x="6" y="0"/>
                        <a:pt x="6" y="0"/>
                        <a:pt x="6" y="0"/>
                      </a:cubicBezTo>
                      <a:lnTo>
                        <a:pt x="1" y="14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60" name="Google Shape;27;p3"/>
                <p:cNvSpPr/>
                <p:nvPr/>
              </p:nvSpPr>
              <p:spPr>
                <a:xfrm>
                  <a:off x="432360" y="543960"/>
                  <a:ext cx="155880" cy="181080"/>
                </a:xfrm>
                <a:custGeom>
                  <a:avLst/>
                  <a:gdLst>
                    <a:gd name="textAreaLeft" fmla="*/ 0 w 155880"/>
                    <a:gd name="textAreaRight" fmla="*/ 156240 w 155880"/>
                    <a:gd name="textAreaTop" fmla="*/ 0 h 181080"/>
                    <a:gd name="textAreaBottom" fmla="*/ 181440 h 181080"/>
                  </a:gdLst>
                  <a:ahLst/>
                  <a:cxnLst/>
                  <a:rect l="textAreaLeft" t="textAreaTop" r="textAreaRight" b="textAreaBottom"/>
                  <a:pathLst>
                    <a:path w="255" h="296">
                      <a:moveTo>
                        <a:pt x="251" y="72"/>
                      </a:moveTo>
                      <a:cubicBezTo>
                        <a:pt x="34" y="1"/>
                        <a:pt x="34" y="1"/>
                        <a:pt x="34" y="1"/>
                      </a:cubicBezTo>
                      <a:cubicBezTo>
                        <a:pt x="32" y="0"/>
                        <a:pt x="29" y="2"/>
                        <a:pt x="28" y="5"/>
                      </a:cubicBezTo>
                      <a:cubicBezTo>
                        <a:pt x="0" y="121"/>
                        <a:pt x="60" y="245"/>
                        <a:pt x="169" y="295"/>
                      </a:cubicBezTo>
                      <a:cubicBezTo>
                        <a:pt x="171" y="296"/>
                        <a:pt x="174" y="295"/>
                        <a:pt x="175" y="292"/>
                      </a:cubicBezTo>
                      <a:cubicBezTo>
                        <a:pt x="254" y="78"/>
                        <a:pt x="254" y="78"/>
                        <a:pt x="254" y="78"/>
                      </a:cubicBezTo>
                      <a:cubicBezTo>
                        <a:pt x="255" y="76"/>
                        <a:pt x="254" y="73"/>
                        <a:pt x="251" y="7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61" name="Google Shape;28;p3"/>
                <p:cNvSpPr/>
                <p:nvPr/>
              </p:nvSpPr>
              <p:spPr>
                <a:xfrm>
                  <a:off x="570240" y="678240"/>
                  <a:ext cx="156960" cy="23040"/>
                </a:xfrm>
                <a:custGeom>
                  <a:avLst/>
                  <a:gdLst>
                    <a:gd name="textAreaLeft" fmla="*/ 0 w 156960"/>
                    <a:gd name="textAreaRight" fmla="*/ 157320 w 156960"/>
                    <a:gd name="textAreaTop" fmla="*/ 0 h 23040"/>
                    <a:gd name="textAreaBottom" fmla="*/ 23400 h 23040"/>
                  </a:gdLst>
                  <a:ahLst/>
                  <a:cxnLst/>
                  <a:rect l="textAreaLeft" t="textAreaTop" r="textAreaRight" b="textAreaBottom"/>
                  <a:pathLst>
                    <a:path w="257" h="38">
                      <a:moveTo>
                        <a:pt x="0" y="38"/>
                      </a:moveTo>
                      <a:cubicBezTo>
                        <a:pt x="221" y="38"/>
                        <a:pt x="221" y="38"/>
                        <a:pt x="221" y="38"/>
                      </a:cubicBezTo>
                      <a:cubicBezTo>
                        <a:pt x="234" y="26"/>
                        <a:pt x="246" y="13"/>
                        <a:pt x="257" y="0"/>
                      </a:cubicBezTo>
                      <a:cubicBezTo>
                        <a:pt x="14" y="0"/>
                        <a:pt x="14" y="0"/>
                        <a:pt x="14" y="0"/>
                      </a:cubicBezTo>
                      <a:lnTo>
                        <a:pt x="0" y="38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1520" bIns="115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62" name="Google Shape;29;p3"/>
                <p:cNvSpPr/>
                <p:nvPr/>
              </p:nvSpPr>
              <p:spPr>
                <a:xfrm>
                  <a:off x="457560" y="425520"/>
                  <a:ext cx="134280" cy="141480"/>
                </a:xfrm>
                <a:custGeom>
                  <a:avLst/>
                  <a:gdLst>
                    <a:gd name="textAreaLeft" fmla="*/ 0 w 134280"/>
                    <a:gd name="textAreaRight" fmla="*/ 134640 w 134280"/>
                    <a:gd name="textAreaTop" fmla="*/ 0 h 141480"/>
                    <a:gd name="textAreaBottom" fmla="*/ 141840 h 141480"/>
                  </a:gdLst>
                  <a:ahLst/>
                  <a:cxnLst/>
                  <a:rect l="textAreaLeft" t="textAreaTop" r="textAreaRight" b="textAreaBottom"/>
                  <a:pathLst>
                    <a:path w="220" h="231">
                      <a:moveTo>
                        <a:pt x="4" y="162"/>
                      </a:moveTo>
                      <a:cubicBezTo>
                        <a:pt x="214" y="230"/>
                        <a:pt x="214" y="230"/>
                        <a:pt x="214" y="230"/>
                      </a:cubicBezTo>
                      <a:cubicBezTo>
                        <a:pt x="217" y="231"/>
                        <a:pt x="220" y="229"/>
                        <a:pt x="220" y="226"/>
                      </a:cubicBezTo>
                      <a:cubicBezTo>
                        <a:pt x="220" y="5"/>
                        <a:pt x="220" y="5"/>
                        <a:pt x="220" y="5"/>
                      </a:cubicBezTo>
                      <a:cubicBezTo>
                        <a:pt x="220" y="2"/>
                        <a:pt x="217" y="0"/>
                        <a:pt x="215" y="0"/>
                      </a:cubicBezTo>
                      <a:cubicBezTo>
                        <a:pt x="155" y="6"/>
                        <a:pt x="99" y="31"/>
                        <a:pt x="56" y="75"/>
                      </a:cubicBezTo>
                      <a:cubicBezTo>
                        <a:pt x="32" y="98"/>
                        <a:pt x="14" y="125"/>
                        <a:pt x="1" y="155"/>
                      </a:cubicBezTo>
                      <a:cubicBezTo>
                        <a:pt x="0" y="158"/>
                        <a:pt x="1" y="161"/>
                        <a:pt x="4" y="16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63" name="Google Shape;30;p3"/>
                <p:cNvSpPr/>
                <p:nvPr/>
              </p:nvSpPr>
              <p:spPr>
                <a:xfrm>
                  <a:off x="586080" y="635760"/>
                  <a:ext cx="164160" cy="21240"/>
                </a:xfrm>
                <a:custGeom>
                  <a:avLst/>
                  <a:gdLst>
                    <a:gd name="textAreaLeft" fmla="*/ 0 w 164160"/>
                    <a:gd name="textAreaRight" fmla="*/ 164520 w 164160"/>
                    <a:gd name="textAreaTop" fmla="*/ 0 h 21240"/>
                    <a:gd name="textAreaBottom" fmla="*/ 21600 h 21240"/>
                  </a:gdLst>
                  <a:ahLst/>
                  <a:cxnLst/>
                  <a:rect l="textAreaLeft" t="textAreaTop" r="textAreaRight" b="textAreaBottom"/>
                  <a:pathLst>
                    <a:path w="268" h="35">
                      <a:moveTo>
                        <a:pt x="0" y="35"/>
                      </a:moveTo>
                      <a:cubicBezTo>
                        <a:pt x="253" y="35"/>
                        <a:pt x="253" y="35"/>
                        <a:pt x="253" y="35"/>
                      </a:cubicBezTo>
                      <a:cubicBezTo>
                        <a:pt x="259" y="24"/>
                        <a:pt x="264" y="12"/>
                        <a:pt x="268" y="0"/>
                      </a:cubicBezTo>
                      <a:cubicBezTo>
                        <a:pt x="13" y="0"/>
                        <a:pt x="13" y="0"/>
                        <a:pt x="13" y="0"/>
                      </a:cubicBez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64" name="Google Shape;31;p3"/>
                <p:cNvSpPr/>
                <p:nvPr/>
              </p:nvSpPr>
              <p:spPr>
                <a:xfrm>
                  <a:off x="601560" y="592920"/>
                  <a:ext cx="157680" cy="21600"/>
                </a:xfrm>
                <a:custGeom>
                  <a:avLst/>
                  <a:gdLst>
                    <a:gd name="textAreaLeft" fmla="*/ 0 w 157680"/>
                    <a:gd name="textAreaRight" fmla="*/ 158040 w 157680"/>
                    <a:gd name="textAreaTop" fmla="*/ 0 h 21600"/>
                    <a:gd name="textAreaBottom" fmla="*/ 21960 h 21600"/>
                  </a:gdLst>
                  <a:ahLst/>
                  <a:cxnLst/>
                  <a:rect l="textAreaLeft" t="textAreaTop" r="textAreaRight" b="textAreaBottom"/>
                  <a:pathLst>
                    <a:path w="258" h="36">
                      <a:moveTo>
                        <a:pt x="253" y="0"/>
                      </a:moveTo>
                      <a:cubicBezTo>
                        <a:pt x="16" y="0"/>
                        <a:pt x="16" y="0"/>
                        <a:pt x="16" y="0"/>
                      </a:cubicBezTo>
                      <a:cubicBezTo>
                        <a:pt x="15" y="0"/>
                        <a:pt x="14" y="1"/>
                        <a:pt x="13" y="2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253" y="36"/>
                        <a:pt x="253" y="36"/>
                        <a:pt x="253" y="36"/>
                      </a:cubicBezTo>
                      <a:cubicBezTo>
                        <a:pt x="255" y="26"/>
                        <a:pt x="257" y="16"/>
                        <a:pt x="257" y="5"/>
                      </a:cubicBezTo>
                      <a:cubicBezTo>
                        <a:pt x="258" y="2"/>
                        <a:pt x="255" y="0"/>
                        <a:pt x="25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65" name="Google Shape;32;p3"/>
                <p:cNvSpPr/>
                <p:nvPr/>
              </p:nvSpPr>
              <p:spPr>
                <a:xfrm>
                  <a:off x="631080" y="501120"/>
                  <a:ext cx="18360" cy="54720"/>
                </a:xfrm>
                <a:custGeom>
                  <a:avLst/>
                  <a:gdLst>
                    <a:gd name="textAreaLeft" fmla="*/ 0 w 18360"/>
                    <a:gd name="textAreaRight" fmla="*/ 18720 w 18360"/>
                    <a:gd name="textAreaTop" fmla="*/ 0 h 54720"/>
                    <a:gd name="textAreaBottom" fmla="*/ 55080 h 54720"/>
                  </a:gdLst>
                  <a:ahLst/>
                  <a:cxnLst/>
                  <a:rect l="textAreaLeft" t="textAreaTop" r="textAreaRight" b="textAreaBottom"/>
                  <a:pathLst>
                    <a:path w="31" h="90">
                      <a:moveTo>
                        <a:pt x="16" y="90"/>
                      </a:moveTo>
                      <a:cubicBezTo>
                        <a:pt x="24" y="90"/>
                        <a:pt x="31" y="84"/>
                        <a:pt x="31" y="75"/>
                      </a:cubicBezTo>
                      <a:cubicBezTo>
                        <a:pt x="31" y="20"/>
                        <a:pt x="31" y="20"/>
                        <a:pt x="31" y="20"/>
                      </a:cubicBezTo>
                      <a:cubicBezTo>
                        <a:pt x="30" y="0"/>
                        <a:pt x="1" y="0"/>
                        <a:pt x="0" y="20"/>
                      </a:cubicBezTo>
                      <a:cubicBezTo>
                        <a:pt x="0" y="75"/>
                        <a:pt x="0" y="75"/>
                        <a:pt x="0" y="75"/>
                      </a:cubicBezTo>
                      <a:cubicBezTo>
                        <a:pt x="0" y="84"/>
                        <a:pt x="7" y="90"/>
                        <a:pt x="16" y="9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7360" bIns="273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66" name="Google Shape;33;p3"/>
                <p:cNvSpPr/>
                <p:nvPr/>
              </p:nvSpPr>
              <p:spPr>
                <a:xfrm>
                  <a:off x="668520" y="480240"/>
                  <a:ext cx="18000" cy="75600"/>
                </a:xfrm>
                <a:custGeom>
                  <a:avLst/>
                  <a:gdLst>
                    <a:gd name="textAreaLeft" fmla="*/ 0 w 18000"/>
                    <a:gd name="textAreaRight" fmla="*/ 18360 w 18000"/>
                    <a:gd name="textAreaTop" fmla="*/ 0 h 75600"/>
                    <a:gd name="textAreaBottom" fmla="*/ 75960 h 75600"/>
                  </a:gdLst>
                  <a:ahLst/>
                  <a:cxnLst/>
                  <a:rect l="textAreaLeft" t="textAreaTop" r="textAreaRight" b="textAreaBottom"/>
                  <a:pathLst>
                    <a:path w="30" h="124">
                      <a:moveTo>
                        <a:pt x="15" y="124"/>
                      </a:moveTo>
                      <a:cubicBezTo>
                        <a:pt x="24" y="124"/>
                        <a:pt x="30" y="118"/>
                        <a:pt x="30" y="109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30" y="0"/>
                        <a:pt x="1" y="0"/>
                        <a:pt x="0" y="20"/>
                      </a:cubicBezTo>
                      <a:cubicBezTo>
                        <a:pt x="0" y="109"/>
                        <a:pt x="0" y="109"/>
                        <a:pt x="0" y="109"/>
                      </a:cubicBezTo>
                      <a:cubicBezTo>
                        <a:pt x="0" y="118"/>
                        <a:pt x="7" y="124"/>
                        <a:pt x="15" y="124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7800" bIns="37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67" name="Google Shape;34;p3"/>
                <p:cNvSpPr/>
                <p:nvPr/>
              </p:nvSpPr>
              <p:spPr>
                <a:xfrm>
                  <a:off x="705600" y="451080"/>
                  <a:ext cx="18360" cy="104400"/>
                </a:xfrm>
                <a:custGeom>
                  <a:avLst/>
                  <a:gdLst>
                    <a:gd name="textAreaLeft" fmla="*/ 0 w 18360"/>
                    <a:gd name="textAreaRight" fmla="*/ 18720 w 18360"/>
                    <a:gd name="textAreaTop" fmla="*/ 0 h 104400"/>
                    <a:gd name="textAreaBottom" fmla="*/ 104760 h 104400"/>
                  </a:gdLst>
                  <a:ahLst/>
                  <a:cxnLst/>
                  <a:rect l="textAreaLeft" t="textAreaTop" r="textAreaRight" b="textAreaBottom"/>
                  <a:pathLst>
                    <a:path w="30" h="171">
                      <a:moveTo>
                        <a:pt x="15" y="171"/>
                      </a:moveTo>
                      <a:cubicBezTo>
                        <a:pt x="23" y="171"/>
                        <a:pt x="30" y="165"/>
                        <a:pt x="30" y="156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29" y="0"/>
                        <a:pt x="1" y="0"/>
                        <a:pt x="0" y="20"/>
                      </a:cubicBezTo>
                      <a:cubicBezTo>
                        <a:pt x="0" y="156"/>
                        <a:pt x="0" y="156"/>
                        <a:pt x="0" y="156"/>
                      </a:cubicBezTo>
                      <a:cubicBezTo>
                        <a:pt x="0" y="165"/>
                        <a:pt x="7" y="171"/>
                        <a:pt x="15" y="171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  <p:grpSp>
            <p:nvGrpSpPr>
              <p:cNvPr id="368" name="Google Shape;35;p3"/>
              <p:cNvGrpSpPr/>
              <p:nvPr/>
            </p:nvGrpSpPr>
            <p:grpSpPr>
              <a:xfrm>
                <a:off x="475920" y="1088640"/>
                <a:ext cx="268200" cy="268560"/>
                <a:chOff x="475920" y="1088640"/>
                <a:chExt cx="268200" cy="268560"/>
              </a:xfrm>
            </p:grpSpPr>
            <p:sp>
              <p:nvSpPr>
                <p:cNvPr id="369" name="Google Shape;36;p3"/>
                <p:cNvSpPr/>
                <p:nvPr/>
              </p:nvSpPr>
              <p:spPr>
                <a:xfrm>
                  <a:off x="534240" y="1247040"/>
                  <a:ext cx="51480" cy="51480"/>
                </a:xfrm>
                <a:custGeom>
                  <a:avLst/>
                  <a:gdLst>
                    <a:gd name="textAreaLeft" fmla="*/ 0 w 51480"/>
                    <a:gd name="textAreaRight" fmla="*/ 51840 w 51480"/>
                    <a:gd name="textAreaTop" fmla="*/ 0 h 51480"/>
                    <a:gd name="textAreaBottom" fmla="*/ 51840 h 51480"/>
                  </a:gdLst>
                  <a:ahLst/>
                  <a:cxnLst/>
                  <a:rect l="textAreaLeft" t="textAreaTop" r="textAreaRight" b="textAreaBottom"/>
                  <a:pathLst>
                    <a:path w="99" h="99">
                      <a:moveTo>
                        <a:pt x="0" y="2"/>
                      </a:moveTo>
                      <a:cubicBezTo>
                        <a:pt x="7" y="24"/>
                        <a:pt x="19" y="45"/>
                        <a:pt x="37" y="62"/>
                      </a:cubicBezTo>
                      <a:cubicBezTo>
                        <a:pt x="54" y="80"/>
                        <a:pt x="75" y="92"/>
                        <a:pt x="97" y="99"/>
                      </a:cubicBezTo>
                      <a:cubicBezTo>
                        <a:pt x="99" y="53"/>
                        <a:pt x="46" y="0"/>
                        <a:pt x="0" y="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920" bIns="259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70" name="Google Shape;37;p3"/>
                <p:cNvSpPr/>
                <p:nvPr/>
              </p:nvSpPr>
              <p:spPr>
                <a:xfrm>
                  <a:off x="633600" y="1247760"/>
                  <a:ext cx="50760" cy="50760"/>
                </a:xfrm>
                <a:custGeom>
                  <a:avLst/>
                  <a:gdLst>
                    <a:gd name="textAreaLeft" fmla="*/ 0 w 50760"/>
                    <a:gd name="textAreaRight" fmla="*/ 51120 w 50760"/>
                    <a:gd name="textAreaTop" fmla="*/ 0 h 50760"/>
                    <a:gd name="textAreaBottom" fmla="*/ 51120 h 50760"/>
                  </a:gdLst>
                  <a:ahLst/>
                  <a:cxnLst/>
                  <a:rect l="textAreaLeft" t="textAreaTop" r="textAreaRight" b="textAreaBottom"/>
                  <a:pathLst>
                    <a:path w="98" h="98">
                      <a:moveTo>
                        <a:pt x="31" y="32"/>
                      </a:moveTo>
                      <a:cubicBezTo>
                        <a:pt x="11" y="52"/>
                        <a:pt x="0" y="77"/>
                        <a:pt x="0" y="98"/>
                      </a:cubicBezTo>
                      <a:cubicBezTo>
                        <a:pt x="22" y="91"/>
                        <a:pt x="43" y="79"/>
                        <a:pt x="61" y="61"/>
                      </a:cubicBezTo>
                      <a:cubicBezTo>
                        <a:pt x="78" y="44"/>
                        <a:pt x="91" y="23"/>
                        <a:pt x="98" y="1"/>
                      </a:cubicBezTo>
                      <a:cubicBezTo>
                        <a:pt x="76" y="0"/>
                        <a:pt x="51" y="11"/>
                        <a:pt x="31" y="3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560" bIns="255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71" name="Google Shape;38;p3"/>
                <p:cNvSpPr/>
                <p:nvPr/>
              </p:nvSpPr>
              <p:spPr>
                <a:xfrm>
                  <a:off x="534240" y="1148400"/>
                  <a:ext cx="50400" cy="50760"/>
                </a:xfrm>
                <a:custGeom>
                  <a:avLst/>
                  <a:gdLst>
                    <a:gd name="textAreaLeft" fmla="*/ 0 w 50400"/>
                    <a:gd name="textAreaRight" fmla="*/ 50760 w 50400"/>
                    <a:gd name="textAreaTop" fmla="*/ 0 h 50760"/>
                    <a:gd name="textAreaBottom" fmla="*/ 51120 h 50760"/>
                  </a:gdLst>
                  <a:ahLst/>
                  <a:cxnLst/>
                  <a:rect l="textAreaLeft" t="textAreaTop" r="textAreaRight" b="textAreaBottom"/>
                  <a:pathLst>
                    <a:path w="97" h="98">
                      <a:moveTo>
                        <a:pt x="66" y="67"/>
                      </a:moveTo>
                      <a:cubicBezTo>
                        <a:pt x="86" y="47"/>
                        <a:pt x="97" y="22"/>
                        <a:pt x="97" y="0"/>
                      </a:cubicBezTo>
                      <a:cubicBezTo>
                        <a:pt x="52" y="14"/>
                        <a:pt x="13" y="53"/>
                        <a:pt x="0" y="98"/>
                      </a:cubicBezTo>
                      <a:cubicBezTo>
                        <a:pt x="21" y="98"/>
                        <a:pt x="46" y="87"/>
                        <a:pt x="66" y="6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560" bIns="255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72" name="Google Shape;39;p3"/>
                <p:cNvSpPr/>
                <p:nvPr/>
              </p:nvSpPr>
              <p:spPr>
                <a:xfrm>
                  <a:off x="632520" y="1148400"/>
                  <a:ext cx="51840" cy="51840"/>
                </a:xfrm>
                <a:custGeom>
                  <a:avLst/>
                  <a:gdLst>
                    <a:gd name="textAreaLeft" fmla="*/ 0 w 51840"/>
                    <a:gd name="textAreaRight" fmla="*/ 52200 w 51840"/>
                    <a:gd name="textAreaTop" fmla="*/ 0 h 51840"/>
                    <a:gd name="textAreaBottom" fmla="*/ 52200 h 51840"/>
                  </a:gdLst>
                  <a:ahLst/>
                  <a:cxnLst/>
                  <a:rect l="textAreaLeft" t="textAreaTop" r="textAreaRight" b="textAreaBottom"/>
                  <a:pathLst>
                    <a:path w="100" h="100">
                      <a:moveTo>
                        <a:pt x="100" y="98"/>
                      </a:moveTo>
                      <a:cubicBezTo>
                        <a:pt x="86" y="53"/>
                        <a:pt x="47" y="14"/>
                        <a:pt x="2" y="0"/>
                      </a:cubicBezTo>
                      <a:cubicBezTo>
                        <a:pt x="0" y="46"/>
                        <a:pt x="54" y="100"/>
                        <a:pt x="100" y="9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920" bIns="259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73" name="Google Shape;40;p3"/>
                <p:cNvSpPr/>
                <p:nvPr/>
              </p:nvSpPr>
              <p:spPr>
                <a:xfrm>
                  <a:off x="595440" y="1211040"/>
                  <a:ext cx="27000" cy="26640"/>
                </a:xfrm>
                <a:custGeom>
                  <a:avLst/>
                  <a:gdLst>
                    <a:gd name="textAreaLeft" fmla="*/ 0 w 27000"/>
                    <a:gd name="textAreaRight" fmla="*/ 27360 w 27000"/>
                    <a:gd name="textAreaTop" fmla="*/ 0 h 26640"/>
                    <a:gd name="textAreaBottom" fmla="*/ 27000 h 26640"/>
                  </a:gdLst>
                  <a:ahLst/>
                  <a:cxnLst/>
                  <a:rect l="textAreaLeft" t="textAreaTop" r="textAreaRight" b="textAreaBottom"/>
                  <a:pathLst>
                    <a:path w="53" h="51">
                      <a:moveTo>
                        <a:pt x="27" y="0"/>
                      </a:moveTo>
                      <a:cubicBezTo>
                        <a:pt x="21" y="0"/>
                        <a:pt x="14" y="3"/>
                        <a:pt x="10" y="7"/>
                      </a:cubicBezTo>
                      <a:cubicBezTo>
                        <a:pt x="0" y="17"/>
                        <a:pt x="0" y="32"/>
                        <a:pt x="10" y="41"/>
                      </a:cubicBezTo>
                      <a:cubicBezTo>
                        <a:pt x="19" y="51"/>
                        <a:pt x="34" y="51"/>
                        <a:pt x="44" y="41"/>
                      </a:cubicBezTo>
                      <a:cubicBezTo>
                        <a:pt x="53" y="32"/>
                        <a:pt x="53" y="17"/>
                        <a:pt x="44" y="7"/>
                      </a:cubicBezTo>
                      <a:cubicBezTo>
                        <a:pt x="39" y="3"/>
                        <a:pt x="33" y="0"/>
                        <a:pt x="27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3320" bIns="133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74" name="Google Shape;41;p3"/>
                <p:cNvSpPr/>
                <p:nvPr/>
              </p:nvSpPr>
              <p:spPr>
                <a:xfrm>
                  <a:off x="530280" y="1144800"/>
                  <a:ext cx="157680" cy="157680"/>
                </a:xfrm>
                <a:custGeom>
                  <a:avLst/>
                  <a:gdLst>
                    <a:gd name="textAreaLeft" fmla="*/ 0 w 157680"/>
                    <a:gd name="textAreaRight" fmla="*/ 158040 w 157680"/>
                    <a:gd name="textAreaTop" fmla="*/ 0 h 157680"/>
                    <a:gd name="textAreaBottom" fmla="*/ 158040 h 157680"/>
                  </a:gdLst>
                  <a:ahLst/>
                  <a:cxnLst/>
                  <a:rect l="textAreaLeft" t="textAreaTop" r="textAreaRight" b="textAreaBottom"/>
                  <a:pathLst>
                    <a:path w="303" h="303">
                      <a:moveTo>
                        <a:pt x="295" y="135"/>
                      </a:moveTo>
                      <a:cubicBezTo>
                        <a:pt x="265" y="135"/>
                        <a:pt x="233" y="120"/>
                        <a:pt x="208" y="95"/>
                      </a:cubicBezTo>
                      <a:cubicBezTo>
                        <a:pt x="192" y="79"/>
                        <a:pt x="180" y="61"/>
                        <a:pt x="174" y="41"/>
                      </a:cubicBezTo>
                      <a:cubicBezTo>
                        <a:pt x="169" y="27"/>
                        <a:pt x="168" y="14"/>
                        <a:pt x="169" y="1"/>
                      </a:cubicBezTo>
                      <a:cubicBezTo>
                        <a:pt x="158" y="0"/>
                        <a:pt x="146" y="0"/>
                        <a:pt x="135" y="1"/>
                      </a:cubicBezTo>
                      <a:cubicBezTo>
                        <a:pt x="140" y="52"/>
                        <a:pt x="93" y="114"/>
                        <a:pt x="41" y="129"/>
                      </a:cubicBezTo>
                      <a:cubicBezTo>
                        <a:pt x="28" y="134"/>
                        <a:pt x="15" y="135"/>
                        <a:pt x="1" y="134"/>
                      </a:cubicBezTo>
                      <a:cubicBezTo>
                        <a:pt x="0" y="146"/>
                        <a:pt x="0" y="157"/>
                        <a:pt x="1" y="168"/>
                      </a:cubicBezTo>
                      <a:cubicBezTo>
                        <a:pt x="68" y="161"/>
                        <a:pt x="142" y="235"/>
                        <a:pt x="135" y="302"/>
                      </a:cubicBezTo>
                      <a:cubicBezTo>
                        <a:pt x="146" y="303"/>
                        <a:pt x="157" y="303"/>
                        <a:pt x="169" y="302"/>
                      </a:cubicBezTo>
                      <a:cubicBezTo>
                        <a:pt x="166" y="270"/>
                        <a:pt x="180" y="235"/>
                        <a:pt x="208" y="207"/>
                      </a:cubicBezTo>
                      <a:cubicBezTo>
                        <a:pt x="224" y="191"/>
                        <a:pt x="242" y="180"/>
                        <a:pt x="262" y="173"/>
                      </a:cubicBezTo>
                      <a:cubicBezTo>
                        <a:pt x="275" y="169"/>
                        <a:pt x="289" y="167"/>
                        <a:pt x="302" y="168"/>
                      </a:cubicBezTo>
                      <a:cubicBezTo>
                        <a:pt x="303" y="157"/>
                        <a:pt x="303" y="146"/>
                        <a:pt x="302" y="134"/>
                      </a:cubicBezTo>
                      <a:cubicBezTo>
                        <a:pt x="300" y="134"/>
                        <a:pt x="297" y="135"/>
                        <a:pt x="295" y="135"/>
                      </a:cubicBezTo>
                      <a:close/>
                      <a:moveTo>
                        <a:pt x="190" y="190"/>
                      </a:moveTo>
                      <a:cubicBezTo>
                        <a:pt x="190" y="190"/>
                        <a:pt x="190" y="190"/>
                        <a:pt x="190" y="190"/>
                      </a:cubicBezTo>
                      <a:cubicBezTo>
                        <a:pt x="169" y="211"/>
                        <a:pt x="135" y="211"/>
                        <a:pt x="114" y="190"/>
                      </a:cubicBezTo>
                      <a:cubicBezTo>
                        <a:pt x="92" y="169"/>
                        <a:pt x="92" y="134"/>
                        <a:pt x="114" y="113"/>
                      </a:cubicBezTo>
                      <a:cubicBezTo>
                        <a:pt x="135" y="92"/>
                        <a:pt x="169" y="92"/>
                        <a:pt x="190" y="113"/>
                      </a:cubicBezTo>
                      <a:cubicBezTo>
                        <a:pt x="211" y="134"/>
                        <a:pt x="211" y="169"/>
                        <a:pt x="190" y="19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75" name="Google Shape;42;p3"/>
                <p:cNvSpPr/>
                <p:nvPr/>
              </p:nvSpPr>
              <p:spPr>
                <a:xfrm>
                  <a:off x="475920" y="1088640"/>
                  <a:ext cx="268200" cy="268560"/>
                </a:xfrm>
                <a:custGeom>
                  <a:avLst/>
                  <a:gdLst>
                    <a:gd name="textAreaLeft" fmla="*/ 0 w 268200"/>
                    <a:gd name="textAreaRight" fmla="*/ 268560 w 268200"/>
                    <a:gd name="textAreaTop" fmla="*/ 0 h 268560"/>
                    <a:gd name="textAreaBottom" fmla="*/ 268920 h 268560"/>
                  </a:gdLst>
                  <a:ahLst/>
                  <a:cxnLst/>
                  <a:rect l="textAreaLeft" t="textAreaTop" r="textAreaRight" b="textAreaBottom"/>
                  <a:pathLst>
                    <a:path w="514" h="515">
                      <a:moveTo>
                        <a:pt x="507" y="209"/>
                      </a:moveTo>
                      <a:cubicBezTo>
                        <a:pt x="506" y="200"/>
                        <a:pt x="499" y="193"/>
                        <a:pt x="490" y="192"/>
                      </a:cubicBezTo>
                      <a:cubicBezTo>
                        <a:pt x="469" y="188"/>
                        <a:pt x="469" y="188"/>
                        <a:pt x="469" y="188"/>
                      </a:cubicBezTo>
                      <a:cubicBezTo>
                        <a:pt x="467" y="188"/>
                        <a:pt x="465" y="186"/>
                        <a:pt x="464" y="184"/>
                      </a:cubicBezTo>
                      <a:cubicBezTo>
                        <a:pt x="461" y="177"/>
                        <a:pt x="458" y="170"/>
                        <a:pt x="455" y="163"/>
                      </a:cubicBezTo>
                      <a:cubicBezTo>
                        <a:pt x="454" y="161"/>
                        <a:pt x="454" y="158"/>
                        <a:pt x="456" y="157"/>
                      </a:cubicBezTo>
                      <a:cubicBezTo>
                        <a:pt x="468" y="139"/>
                        <a:pt x="468" y="139"/>
                        <a:pt x="468" y="139"/>
                      </a:cubicBezTo>
                      <a:cubicBezTo>
                        <a:pt x="473" y="132"/>
                        <a:pt x="473" y="122"/>
                        <a:pt x="468" y="115"/>
                      </a:cubicBezTo>
                      <a:cubicBezTo>
                        <a:pt x="459" y="101"/>
                        <a:pt x="448" y="89"/>
                        <a:pt x="437" y="77"/>
                      </a:cubicBezTo>
                      <a:cubicBezTo>
                        <a:pt x="424" y="64"/>
                        <a:pt x="409" y="53"/>
                        <a:pt x="394" y="43"/>
                      </a:cubicBezTo>
                      <a:cubicBezTo>
                        <a:pt x="389" y="39"/>
                        <a:pt x="382" y="39"/>
                        <a:pt x="377" y="43"/>
                      </a:cubicBezTo>
                      <a:cubicBezTo>
                        <a:pt x="357" y="58"/>
                        <a:pt x="357" y="58"/>
                        <a:pt x="357" y="58"/>
                      </a:cubicBezTo>
                      <a:cubicBezTo>
                        <a:pt x="355" y="59"/>
                        <a:pt x="352" y="60"/>
                        <a:pt x="350" y="59"/>
                      </a:cubicBezTo>
                      <a:cubicBezTo>
                        <a:pt x="343" y="55"/>
                        <a:pt x="336" y="53"/>
                        <a:pt x="329" y="50"/>
                      </a:cubicBezTo>
                      <a:cubicBezTo>
                        <a:pt x="327" y="49"/>
                        <a:pt x="326" y="47"/>
                        <a:pt x="325" y="45"/>
                      </a:cubicBezTo>
                      <a:cubicBezTo>
                        <a:pt x="321" y="20"/>
                        <a:pt x="321" y="20"/>
                        <a:pt x="321" y="20"/>
                      </a:cubicBezTo>
                      <a:cubicBezTo>
                        <a:pt x="320" y="14"/>
                        <a:pt x="315" y="9"/>
                        <a:pt x="309" y="8"/>
                      </a:cubicBezTo>
                      <a:cubicBezTo>
                        <a:pt x="274" y="0"/>
                        <a:pt x="237" y="1"/>
                        <a:pt x="201" y="8"/>
                      </a:cubicBezTo>
                      <a:cubicBezTo>
                        <a:pt x="195" y="9"/>
                        <a:pt x="191" y="14"/>
                        <a:pt x="190" y="20"/>
                      </a:cubicBezTo>
                      <a:cubicBezTo>
                        <a:pt x="186" y="45"/>
                        <a:pt x="186" y="45"/>
                        <a:pt x="186" y="45"/>
                      </a:cubicBezTo>
                      <a:cubicBezTo>
                        <a:pt x="185" y="48"/>
                        <a:pt x="184" y="49"/>
                        <a:pt x="181" y="50"/>
                      </a:cubicBezTo>
                      <a:cubicBezTo>
                        <a:pt x="174" y="53"/>
                        <a:pt x="167" y="56"/>
                        <a:pt x="160" y="59"/>
                      </a:cubicBezTo>
                      <a:cubicBezTo>
                        <a:pt x="158" y="60"/>
                        <a:pt x="156" y="60"/>
                        <a:pt x="154" y="58"/>
                      </a:cubicBezTo>
                      <a:cubicBezTo>
                        <a:pt x="133" y="44"/>
                        <a:pt x="133" y="44"/>
                        <a:pt x="133" y="44"/>
                      </a:cubicBezTo>
                      <a:cubicBezTo>
                        <a:pt x="128" y="40"/>
                        <a:pt x="121" y="40"/>
                        <a:pt x="116" y="43"/>
                      </a:cubicBezTo>
                      <a:cubicBezTo>
                        <a:pt x="101" y="53"/>
                        <a:pt x="87" y="65"/>
                        <a:pt x="75" y="77"/>
                      </a:cubicBezTo>
                      <a:cubicBezTo>
                        <a:pt x="63" y="89"/>
                        <a:pt x="52" y="102"/>
                        <a:pt x="43" y="116"/>
                      </a:cubicBezTo>
                      <a:cubicBezTo>
                        <a:pt x="38" y="123"/>
                        <a:pt x="38" y="133"/>
                        <a:pt x="43" y="140"/>
                      </a:cubicBezTo>
                      <a:cubicBezTo>
                        <a:pt x="55" y="157"/>
                        <a:pt x="55" y="157"/>
                        <a:pt x="55" y="157"/>
                      </a:cubicBezTo>
                      <a:cubicBezTo>
                        <a:pt x="57" y="159"/>
                        <a:pt x="57" y="162"/>
                        <a:pt x="56" y="164"/>
                      </a:cubicBezTo>
                      <a:cubicBezTo>
                        <a:pt x="53" y="171"/>
                        <a:pt x="50" y="178"/>
                        <a:pt x="47" y="185"/>
                      </a:cubicBezTo>
                      <a:cubicBezTo>
                        <a:pt x="47" y="187"/>
                        <a:pt x="45" y="188"/>
                        <a:pt x="42" y="189"/>
                      </a:cubicBezTo>
                      <a:cubicBezTo>
                        <a:pt x="17" y="193"/>
                        <a:pt x="17" y="193"/>
                        <a:pt x="17" y="193"/>
                      </a:cubicBezTo>
                      <a:cubicBezTo>
                        <a:pt x="11" y="194"/>
                        <a:pt x="6" y="199"/>
                        <a:pt x="5" y="205"/>
                      </a:cubicBezTo>
                      <a:cubicBezTo>
                        <a:pt x="1" y="222"/>
                        <a:pt x="0" y="240"/>
                        <a:pt x="0" y="258"/>
                      </a:cubicBezTo>
                      <a:cubicBezTo>
                        <a:pt x="0" y="275"/>
                        <a:pt x="1" y="292"/>
                        <a:pt x="4" y="308"/>
                      </a:cubicBezTo>
                      <a:cubicBezTo>
                        <a:pt x="6" y="317"/>
                        <a:pt x="13" y="324"/>
                        <a:pt x="22" y="325"/>
                      </a:cubicBezTo>
                      <a:cubicBezTo>
                        <a:pt x="43" y="329"/>
                        <a:pt x="43" y="329"/>
                        <a:pt x="43" y="329"/>
                      </a:cubicBezTo>
                      <a:cubicBezTo>
                        <a:pt x="45" y="329"/>
                        <a:pt x="47" y="331"/>
                        <a:pt x="47" y="333"/>
                      </a:cubicBezTo>
                      <a:cubicBezTo>
                        <a:pt x="50" y="340"/>
                        <a:pt x="53" y="347"/>
                        <a:pt x="56" y="353"/>
                      </a:cubicBezTo>
                      <a:cubicBezTo>
                        <a:pt x="57" y="356"/>
                        <a:pt x="57" y="358"/>
                        <a:pt x="56" y="360"/>
                      </a:cubicBezTo>
                      <a:cubicBezTo>
                        <a:pt x="43" y="377"/>
                        <a:pt x="43" y="377"/>
                        <a:pt x="43" y="377"/>
                      </a:cubicBezTo>
                      <a:cubicBezTo>
                        <a:pt x="38" y="384"/>
                        <a:pt x="38" y="394"/>
                        <a:pt x="43" y="402"/>
                      </a:cubicBezTo>
                      <a:cubicBezTo>
                        <a:pt x="62" y="430"/>
                        <a:pt x="88" y="455"/>
                        <a:pt x="117" y="474"/>
                      </a:cubicBezTo>
                      <a:cubicBezTo>
                        <a:pt x="122" y="477"/>
                        <a:pt x="129" y="477"/>
                        <a:pt x="134" y="474"/>
                      </a:cubicBezTo>
                      <a:cubicBezTo>
                        <a:pt x="154" y="459"/>
                        <a:pt x="154" y="459"/>
                        <a:pt x="154" y="459"/>
                      </a:cubicBezTo>
                      <a:cubicBezTo>
                        <a:pt x="156" y="457"/>
                        <a:pt x="159" y="457"/>
                        <a:pt x="161" y="458"/>
                      </a:cubicBezTo>
                      <a:cubicBezTo>
                        <a:pt x="168" y="461"/>
                        <a:pt x="175" y="464"/>
                        <a:pt x="182" y="467"/>
                      </a:cubicBezTo>
                      <a:cubicBezTo>
                        <a:pt x="184" y="468"/>
                        <a:pt x="186" y="469"/>
                        <a:pt x="186" y="472"/>
                      </a:cubicBezTo>
                      <a:cubicBezTo>
                        <a:pt x="190" y="493"/>
                        <a:pt x="190" y="493"/>
                        <a:pt x="190" y="493"/>
                      </a:cubicBezTo>
                      <a:cubicBezTo>
                        <a:pt x="191" y="501"/>
                        <a:pt x="198" y="508"/>
                        <a:pt x="207" y="510"/>
                      </a:cubicBezTo>
                      <a:cubicBezTo>
                        <a:pt x="223" y="513"/>
                        <a:pt x="239" y="515"/>
                        <a:pt x="256" y="515"/>
                      </a:cubicBezTo>
                      <a:cubicBezTo>
                        <a:pt x="272" y="515"/>
                        <a:pt x="289" y="513"/>
                        <a:pt x="305" y="510"/>
                      </a:cubicBezTo>
                      <a:cubicBezTo>
                        <a:pt x="314" y="508"/>
                        <a:pt x="321" y="501"/>
                        <a:pt x="322" y="492"/>
                      </a:cubicBezTo>
                      <a:cubicBezTo>
                        <a:pt x="326" y="472"/>
                        <a:pt x="326" y="472"/>
                        <a:pt x="326" y="472"/>
                      </a:cubicBezTo>
                      <a:cubicBezTo>
                        <a:pt x="326" y="469"/>
                        <a:pt x="328" y="467"/>
                        <a:pt x="330" y="467"/>
                      </a:cubicBezTo>
                      <a:cubicBezTo>
                        <a:pt x="337" y="464"/>
                        <a:pt x="344" y="461"/>
                        <a:pt x="351" y="458"/>
                      </a:cubicBezTo>
                      <a:cubicBezTo>
                        <a:pt x="353" y="457"/>
                        <a:pt x="355" y="457"/>
                        <a:pt x="357" y="458"/>
                      </a:cubicBezTo>
                      <a:cubicBezTo>
                        <a:pt x="378" y="473"/>
                        <a:pt x="378" y="473"/>
                        <a:pt x="378" y="473"/>
                      </a:cubicBezTo>
                      <a:cubicBezTo>
                        <a:pt x="383" y="477"/>
                        <a:pt x="390" y="477"/>
                        <a:pt x="395" y="474"/>
                      </a:cubicBezTo>
                      <a:cubicBezTo>
                        <a:pt x="410" y="464"/>
                        <a:pt x="424" y="452"/>
                        <a:pt x="437" y="440"/>
                      </a:cubicBezTo>
                      <a:cubicBezTo>
                        <a:pt x="449" y="428"/>
                        <a:pt x="459" y="415"/>
                        <a:pt x="469" y="401"/>
                      </a:cubicBezTo>
                      <a:cubicBezTo>
                        <a:pt x="474" y="394"/>
                        <a:pt x="474" y="384"/>
                        <a:pt x="468" y="377"/>
                      </a:cubicBezTo>
                      <a:cubicBezTo>
                        <a:pt x="456" y="360"/>
                        <a:pt x="456" y="360"/>
                        <a:pt x="456" y="360"/>
                      </a:cubicBezTo>
                      <a:cubicBezTo>
                        <a:pt x="455" y="358"/>
                        <a:pt x="454" y="355"/>
                        <a:pt x="455" y="353"/>
                      </a:cubicBezTo>
                      <a:cubicBezTo>
                        <a:pt x="459" y="346"/>
                        <a:pt x="462" y="339"/>
                        <a:pt x="464" y="332"/>
                      </a:cubicBezTo>
                      <a:cubicBezTo>
                        <a:pt x="465" y="330"/>
                        <a:pt x="467" y="328"/>
                        <a:pt x="469" y="328"/>
                      </a:cubicBezTo>
                      <a:cubicBezTo>
                        <a:pt x="494" y="324"/>
                        <a:pt x="494" y="324"/>
                        <a:pt x="494" y="324"/>
                      </a:cubicBezTo>
                      <a:cubicBezTo>
                        <a:pt x="500" y="323"/>
                        <a:pt x="505" y="318"/>
                        <a:pt x="506" y="312"/>
                      </a:cubicBezTo>
                      <a:cubicBezTo>
                        <a:pt x="513" y="278"/>
                        <a:pt x="514" y="243"/>
                        <a:pt x="507" y="209"/>
                      </a:cubicBezTo>
                      <a:close/>
                      <a:moveTo>
                        <a:pt x="384" y="387"/>
                      </a:moveTo>
                      <a:cubicBezTo>
                        <a:pt x="339" y="431"/>
                        <a:pt x="279" y="448"/>
                        <a:pt x="220" y="436"/>
                      </a:cubicBezTo>
                      <a:cubicBezTo>
                        <a:pt x="219" y="436"/>
                        <a:pt x="218" y="436"/>
                        <a:pt x="217" y="436"/>
                      </a:cubicBezTo>
                      <a:cubicBezTo>
                        <a:pt x="217" y="436"/>
                        <a:pt x="217" y="436"/>
                        <a:pt x="217" y="436"/>
                      </a:cubicBezTo>
                      <a:cubicBezTo>
                        <a:pt x="151" y="423"/>
                        <a:pt x="91" y="363"/>
                        <a:pt x="79" y="297"/>
                      </a:cubicBezTo>
                      <a:cubicBezTo>
                        <a:pt x="79" y="297"/>
                        <a:pt x="79" y="297"/>
                        <a:pt x="79" y="297"/>
                      </a:cubicBezTo>
                      <a:cubicBezTo>
                        <a:pt x="78" y="296"/>
                        <a:pt x="78" y="295"/>
                        <a:pt x="78" y="294"/>
                      </a:cubicBezTo>
                      <a:cubicBezTo>
                        <a:pt x="73" y="271"/>
                        <a:pt x="73" y="246"/>
                        <a:pt x="78" y="222"/>
                      </a:cubicBezTo>
                      <a:cubicBezTo>
                        <a:pt x="78" y="221"/>
                        <a:pt x="78" y="220"/>
                        <a:pt x="79" y="219"/>
                      </a:cubicBezTo>
                      <a:cubicBezTo>
                        <a:pt x="79" y="219"/>
                        <a:pt x="79" y="219"/>
                        <a:pt x="79" y="219"/>
                      </a:cubicBezTo>
                      <a:cubicBezTo>
                        <a:pt x="108" y="81"/>
                        <a:pt x="283" y="29"/>
                        <a:pt x="384" y="130"/>
                      </a:cubicBezTo>
                      <a:cubicBezTo>
                        <a:pt x="409" y="155"/>
                        <a:pt x="425" y="186"/>
                        <a:pt x="433" y="219"/>
                      </a:cubicBezTo>
                      <a:cubicBezTo>
                        <a:pt x="433" y="219"/>
                        <a:pt x="433" y="219"/>
                        <a:pt x="433" y="219"/>
                      </a:cubicBezTo>
                      <a:cubicBezTo>
                        <a:pt x="433" y="221"/>
                        <a:pt x="433" y="222"/>
                        <a:pt x="433" y="223"/>
                      </a:cubicBezTo>
                      <a:cubicBezTo>
                        <a:pt x="445" y="280"/>
                        <a:pt x="428" y="342"/>
                        <a:pt x="384" y="3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  <p:grpSp>
            <p:nvGrpSpPr>
              <p:cNvPr id="376" name="Google Shape;43;p3"/>
              <p:cNvGrpSpPr/>
              <p:nvPr/>
            </p:nvGrpSpPr>
            <p:grpSpPr>
              <a:xfrm>
                <a:off x="-163800" y="693720"/>
                <a:ext cx="399240" cy="412560"/>
                <a:chOff x="-163800" y="693720"/>
                <a:chExt cx="399240" cy="412560"/>
              </a:xfrm>
            </p:grpSpPr>
            <p:sp>
              <p:nvSpPr>
                <p:cNvPr id="377" name="Google Shape;44;p3"/>
                <p:cNvSpPr/>
                <p:nvPr/>
              </p:nvSpPr>
              <p:spPr>
                <a:xfrm>
                  <a:off x="-163800" y="693720"/>
                  <a:ext cx="399240" cy="261000"/>
                </a:xfrm>
                <a:custGeom>
                  <a:avLst/>
                  <a:gdLst>
                    <a:gd name="textAreaLeft" fmla="*/ 0 w 399240"/>
                    <a:gd name="textAreaRight" fmla="*/ 399600 w 399240"/>
                    <a:gd name="textAreaTop" fmla="*/ 0 h 261000"/>
                    <a:gd name="textAreaBottom" fmla="*/ 261360 h 261000"/>
                  </a:gdLst>
                  <a:ahLst/>
                  <a:cxnLst/>
                  <a:rect l="textAreaLeft" t="textAreaTop" r="textAreaRight" b="textAreaBottom"/>
                  <a:pathLst>
                    <a:path w="511" h="334">
                      <a:moveTo>
                        <a:pt x="470" y="187"/>
                      </a:moveTo>
                      <a:cubicBezTo>
                        <a:pt x="462" y="183"/>
                        <a:pt x="459" y="175"/>
                        <a:pt x="462" y="167"/>
                      </a:cubicBezTo>
                      <a:cubicBezTo>
                        <a:pt x="481" y="118"/>
                        <a:pt x="444" y="63"/>
                        <a:pt x="391" y="63"/>
                      </a:cubicBezTo>
                      <a:cubicBezTo>
                        <a:pt x="381" y="62"/>
                        <a:pt x="371" y="64"/>
                        <a:pt x="361" y="68"/>
                      </a:cubicBezTo>
                      <a:cubicBezTo>
                        <a:pt x="353" y="71"/>
                        <a:pt x="344" y="68"/>
                        <a:pt x="341" y="60"/>
                      </a:cubicBezTo>
                      <a:cubicBezTo>
                        <a:pt x="314" y="1"/>
                        <a:pt x="229" y="0"/>
                        <a:pt x="201" y="59"/>
                      </a:cubicBezTo>
                      <a:cubicBezTo>
                        <a:pt x="198" y="67"/>
                        <a:pt x="189" y="70"/>
                        <a:pt x="181" y="67"/>
                      </a:cubicBezTo>
                      <a:cubicBezTo>
                        <a:pt x="173" y="64"/>
                        <a:pt x="163" y="63"/>
                        <a:pt x="154" y="63"/>
                      </a:cubicBezTo>
                      <a:cubicBezTo>
                        <a:pt x="112" y="63"/>
                        <a:pt x="78" y="98"/>
                        <a:pt x="78" y="140"/>
                      </a:cubicBezTo>
                      <a:cubicBezTo>
                        <a:pt x="78" y="149"/>
                        <a:pt x="80" y="158"/>
                        <a:pt x="83" y="167"/>
                      </a:cubicBezTo>
                      <a:cubicBezTo>
                        <a:pt x="86" y="175"/>
                        <a:pt x="82" y="184"/>
                        <a:pt x="75" y="187"/>
                      </a:cubicBezTo>
                      <a:cubicBezTo>
                        <a:pt x="0" y="225"/>
                        <a:pt x="26" y="332"/>
                        <a:pt x="109" y="334"/>
                      </a:cubicBezTo>
                      <a:cubicBezTo>
                        <a:pt x="177" y="334"/>
                        <a:pt x="177" y="334"/>
                        <a:pt x="177" y="334"/>
                      </a:cubicBezTo>
                      <a:cubicBezTo>
                        <a:pt x="271" y="330"/>
                        <a:pt x="271" y="196"/>
                        <a:pt x="177" y="192"/>
                      </a:cubicBezTo>
                      <a:cubicBezTo>
                        <a:pt x="168" y="192"/>
                        <a:pt x="161" y="185"/>
                        <a:pt x="161" y="176"/>
                      </a:cubicBezTo>
                      <a:cubicBezTo>
                        <a:pt x="161" y="167"/>
                        <a:pt x="168" y="160"/>
                        <a:pt x="177" y="160"/>
                      </a:cubicBezTo>
                      <a:cubicBezTo>
                        <a:pt x="228" y="160"/>
                        <a:pt x="271" y="198"/>
                        <a:pt x="278" y="247"/>
                      </a:cubicBezTo>
                      <a:cubicBezTo>
                        <a:pt x="353" y="247"/>
                        <a:pt x="353" y="247"/>
                        <a:pt x="353" y="247"/>
                      </a:cubicBezTo>
                      <a:cubicBezTo>
                        <a:pt x="367" y="247"/>
                        <a:pt x="379" y="235"/>
                        <a:pt x="379" y="221"/>
                      </a:cubicBezTo>
                      <a:cubicBezTo>
                        <a:pt x="379" y="207"/>
                        <a:pt x="367" y="195"/>
                        <a:pt x="353" y="195"/>
                      </a:cubicBezTo>
                      <a:cubicBezTo>
                        <a:pt x="332" y="194"/>
                        <a:pt x="332" y="164"/>
                        <a:pt x="353" y="163"/>
                      </a:cubicBezTo>
                      <a:cubicBezTo>
                        <a:pt x="430" y="166"/>
                        <a:pt x="430" y="276"/>
                        <a:pt x="353" y="279"/>
                      </a:cubicBezTo>
                      <a:cubicBezTo>
                        <a:pt x="278" y="279"/>
                        <a:pt x="278" y="279"/>
                        <a:pt x="278" y="279"/>
                      </a:cubicBezTo>
                      <a:cubicBezTo>
                        <a:pt x="275" y="300"/>
                        <a:pt x="265" y="319"/>
                        <a:pt x="251" y="334"/>
                      </a:cubicBezTo>
                      <a:cubicBezTo>
                        <a:pt x="257" y="334"/>
                        <a:pt x="257" y="334"/>
                        <a:pt x="257" y="334"/>
                      </a:cubicBezTo>
                      <a:cubicBezTo>
                        <a:pt x="258" y="334"/>
                        <a:pt x="258" y="334"/>
                        <a:pt x="259" y="334"/>
                      </a:cubicBezTo>
                      <a:cubicBezTo>
                        <a:pt x="432" y="334"/>
                        <a:pt x="432" y="334"/>
                        <a:pt x="432" y="334"/>
                      </a:cubicBezTo>
                      <a:cubicBezTo>
                        <a:pt x="453" y="334"/>
                        <a:pt x="473" y="326"/>
                        <a:pt x="488" y="311"/>
                      </a:cubicBezTo>
                      <a:cubicBezTo>
                        <a:pt x="503" y="296"/>
                        <a:pt x="511" y="276"/>
                        <a:pt x="511" y="255"/>
                      </a:cubicBezTo>
                      <a:cubicBezTo>
                        <a:pt x="511" y="226"/>
                        <a:pt x="495" y="200"/>
                        <a:pt x="470" y="1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78" name="Google Shape;45;p3"/>
                <p:cNvSpPr/>
                <p:nvPr/>
              </p:nvSpPr>
              <p:spPr>
                <a:xfrm>
                  <a:off x="115560" y="1054440"/>
                  <a:ext cx="49680" cy="51840"/>
                </a:xfrm>
                <a:custGeom>
                  <a:avLst/>
                  <a:gdLst>
                    <a:gd name="textAreaLeft" fmla="*/ 0 w 49680"/>
                    <a:gd name="textAreaRight" fmla="*/ 50040 w 49680"/>
                    <a:gd name="textAreaTop" fmla="*/ 0 h 51840"/>
                    <a:gd name="textAreaBottom" fmla="*/ 52200 h 51840"/>
                  </a:gdLst>
                  <a:ahLst/>
                  <a:cxnLst/>
                  <a:rect l="textAreaLeft" t="textAreaTop" r="textAreaRight" b="textAreaBottom"/>
                  <a:pathLst>
                    <a:path w="64" h="67">
                      <a:moveTo>
                        <a:pt x="63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35"/>
                        <a:pt x="0" y="35"/>
                        <a:pt x="0" y="35"/>
                      </a:cubicBezTo>
                      <a:cubicBezTo>
                        <a:pt x="0" y="52"/>
                        <a:pt x="14" y="67"/>
                        <a:pt x="32" y="67"/>
                      </a:cubicBezTo>
                      <a:cubicBezTo>
                        <a:pt x="57" y="67"/>
                        <a:pt x="57" y="67"/>
                        <a:pt x="57" y="67"/>
                      </a:cubicBezTo>
                      <a:cubicBezTo>
                        <a:pt x="61" y="67"/>
                        <a:pt x="64" y="63"/>
                        <a:pt x="64" y="59"/>
                      </a:cubicBezTo>
                      <a:cubicBezTo>
                        <a:pt x="64" y="0"/>
                        <a:pt x="64" y="0"/>
                        <a:pt x="64" y="0"/>
                      </a:cubicBezTo>
                      <a:cubicBezTo>
                        <a:pt x="64" y="0"/>
                        <a:pt x="64" y="0"/>
                        <a:pt x="6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920" bIns="259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79" name="Google Shape;46;p3"/>
                <p:cNvSpPr/>
                <p:nvPr/>
              </p:nvSpPr>
              <p:spPr>
                <a:xfrm>
                  <a:off x="51840" y="974520"/>
                  <a:ext cx="152280" cy="54720"/>
                </a:xfrm>
                <a:custGeom>
                  <a:avLst/>
                  <a:gdLst>
                    <a:gd name="textAreaLeft" fmla="*/ 0 w 152280"/>
                    <a:gd name="textAreaRight" fmla="*/ 152640 w 152280"/>
                    <a:gd name="textAreaTop" fmla="*/ 0 h 54720"/>
                    <a:gd name="textAreaBottom" fmla="*/ 55080 h 54720"/>
                  </a:gdLst>
                  <a:ahLst/>
                  <a:cxnLst/>
                  <a:rect l="textAreaLeft" t="textAreaTop" r="textAreaRight" b="textAreaBottom"/>
                  <a:pathLst>
                    <a:path w="195" h="70">
                      <a:moveTo>
                        <a:pt x="195" y="19"/>
                      </a:moveTo>
                      <a:cubicBezTo>
                        <a:pt x="195" y="0"/>
                        <a:pt x="195" y="0"/>
                        <a:pt x="195" y="0"/>
                      </a:cubicBezTo>
                      <a:cubicBezTo>
                        <a:pt x="183" y="5"/>
                        <a:pt x="170" y="7"/>
                        <a:pt x="156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7" y="43"/>
                        <a:pt x="39" y="70"/>
                        <a:pt x="77" y="70"/>
                      </a:cubicBezTo>
                      <a:cubicBezTo>
                        <a:pt x="144" y="70"/>
                        <a:pt x="144" y="70"/>
                        <a:pt x="144" y="70"/>
                      </a:cubicBezTo>
                      <a:cubicBezTo>
                        <a:pt x="172" y="70"/>
                        <a:pt x="195" y="47"/>
                        <a:pt x="195" y="19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7360" bIns="273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</p:grpSp>
        <p:grpSp>
          <p:nvGrpSpPr>
            <p:cNvPr id="380" name="Google Shape;47;p3"/>
            <p:cNvGrpSpPr/>
            <p:nvPr/>
          </p:nvGrpSpPr>
          <p:grpSpPr>
            <a:xfrm>
              <a:off x="7427160" y="3805920"/>
              <a:ext cx="2007000" cy="1963080"/>
              <a:chOff x="7427160" y="3805920"/>
              <a:chExt cx="2007000" cy="1963080"/>
            </a:xfrm>
          </p:grpSpPr>
          <p:pic>
            <p:nvPicPr>
              <p:cNvPr id="381" name="Google Shape;48;p3"/>
              <p:cNvPicPr/>
              <p:nvPr/>
            </p:nvPicPr>
            <p:blipFill>
              <a:blip r:embed="rId6">
                <a:alphaModFix amt="50000"/>
              </a:blip>
              <a:stretch/>
            </p:blipFill>
            <p:spPr>
              <a:xfrm>
                <a:off x="7427160" y="3805920"/>
                <a:ext cx="2007000" cy="1963080"/>
              </a:xfrm>
              <a:prstGeom prst="rect">
                <a:avLst/>
              </a:prstGeom>
              <a:ln w="0">
                <a:noFill/>
              </a:ln>
            </p:spPr>
          </p:pic>
          <p:grpSp>
            <p:nvGrpSpPr>
              <p:cNvPr id="382" name="Google Shape;49;p3"/>
              <p:cNvGrpSpPr/>
              <p:nvPr/>
            </p:nvGrpSpPr>
            <p:grpSpPr>
              <a:xfrm>
                <a:off x="7684560" y="4187160"/>
                <a:ext cx="344160" cy="317160"/>
                <a:chOff x="7684560" y="4187160"/>
                <a:chExt cx="344160" cy="317160"/>
              </a:xfrm>
            </p:grpSpPr>
            <p:sp>
              <p:nvSpPr>
                <p:cNvPr id="383" name="Google Shape;50;p3"/>
                <p:cNvSpPr/>
                <p:nvPr/>
              </p:nvSpPr>
              <p:spPr>
                <a:xfrm>
                  <a:off x="7799400" y="4240800"/>
                  <a:ext cx="148320" cy="149040"/>
                </a:xfrm>
                <a:custGeom>
                  <a:avLst/>
                  <a:gdLst>
                    <a:gd name="textAreaLeft" fmla="*/ 0 w 148320"/>
                    <a:gd name="textAreaRight" fmla="*/ 148680 w 148320"/>
                    <a:gd name="textAreaTop" fmla="*/ 0 h 149040"/>
                    <a:gd name="textAreaBottom" fmla="*/ 149400 h 149040"/>
                  </a:gdLst>
                  <a:ahLst/>
                  <a:cxnLst/>
                  <a:rect l="textAreaLeft" t="textAreaTop" r="textAreaRight" b="textAreaBottom"/>
                  <a:pathLst>
                    <a:path w="251" h="252">
                      <a:moveTo>
                        <a:pt x="197" y="142"/>
                      </a:moveTo>
                      <a:cubicBezTo>
                        <a:pt x="176" y="141"/>
                        <a:pt x="176" y="110"/>
                        <a:pt x="197" y="110"/>
                      </a:cubicBezTo>
                      <a:cubicBezTo>
                        <a:pt x="251" y="109"/>
                        <a:pt x="251" y="109"/>
                        <a:pt x="251" y="109"/>
                      </a:cubicBezTo>
                      <a:cubicBezTo>
                        <a:pt x="245" y="55"/>
                        <a:pt x="197" y="6"/>
                        <a:pt x="142" y="0"/>
                      </a:cubicBezTo>
                      <a:cubicBezTo>
                        <a:pt x="141" y="54"/>
                        <a:pt x="141" y="54"/>
                        <a:pt x="141" y="54"/>
                      </a:cubicBezTo>
                      <a:cubicBezTo>
                        <a:pt x="141" y="63"/>
                        <a:pt x="134" y="70"/>
                        <a:pt x="125" y="70"/>
                      </a:cubicBezTo>
                      <a:cubicBezTo>
                        <a:pt x="125" y="70"/>
                        <a:pt x="125" y="70"/>
                        <a:pt x="125" y="70"/>
                      </a:cubicBezTo>
                      <a:cubicBezTo>
                        <a:pt x="116" y="70"/>
                        <a:pt x="109" y="63"/>
                        <a:pt x="109" y="54"/>
                      </a:cubicBezTo>
                      <a:cubicBezTo>
                        <a:pt x="109" y="0"/>
                        <a:pt x="109" y="0"/>
                        <a:pt x="109" y="0"/>
                      </a:cubicBezTo>
                      <a:cubicBezTo>
                        <a:pt x="53" y="6"/>
                        <a:pt x="5" y="55"/>
                        <a:pt x="0" y="110"/>
                      </a:cubicBezTo>
                      <a:cubicBezTo>
                        <a:pt x="53" y="110"/>
                        <a:pt x="53" y="110"/>
                        <a:pt x="53" y="110"/>
                      </a:cubicBezTo>
                      <a:cubicBezTo>
                        <a:pt x="53" y="110"/>
                        <a:pt x="53" y="110"/>
                        <a:pt x="53" y="110"/>
                      </a:cubicBezTo>
                      <a:cubicBezTo>
                        <a:pt x="74" y="111"/>
                        <a:pt x="74" y="141"/>
                        <a:pt x="53" y="142"/>
                      </a:cubicBezTo>
                      <a:cubicBezTo>
                        <a:pt x="0" y="142"/>
                        <a:pt x="0" y="142"/>
                        <a:pt x="0" y="142"/>
                      </a:cubicBezTo>
                      <a:cubicBezTo>
                        <a:pt x="5" y="197"/>
                        <a:pt x="53" y="246"/>
                        <a:pt x="109" y="252"/>
                      </a:cubicBezTo>
                      <a:cubicBezTo>
                        <a:pt x="109" y="198"/>
                        <a:pt x="109" y="198"/>
                        <a:pt x="109" y="198"/>
                      </a:cubicBezTo>
                      <a:cubicBezTo>
                        <a:pt x="109" y="189"/>
                        <a:pt x="116" y="182"/>
                        <a:pt x="125" y="182"/>
                      </a:cubicBezTo>
                      <a:cubicBezTo>
                        <a:pt x="125" y="182"/>
                        <a:pt x="125" y="182"/>
                        <a:pt x="125" y="182"/>
                      </a:cubicBezTo>
                      <a:cubicBezTo>
                        <a:pt x="134" y="182"/>
                        <a:pt x="141" y="189"/>
                        <a:pt x="141" y="198"/>
                      </a:cubicBezTo>
                      <a:cubicBezTo>
                        <a:pt x="141" y="252"/>
                        <a:pt x="141" y="252"/>
                        <a:pt x="141" y="252"/>
                      </a:cubicBezTo>
                      <a:cubicBezTo>
                        <a:pt x="197" y="246"/>
                        <a:pt x="245" y="197"/>
                        <a:pt x="251" y="142"/>
                      </a:cubicBezTo>
                      <a:cubicBezTo>
                        <a:pt x="197" y="142"/>
                        <a:pt x="197" y="142"/>
                        <a:pt x="197" y="142"/>
                      </a:cubicBezTo>
                      <a:cubicBezTo>
                        <a:pt x="197" y="142"/>
                        <a:pt x="197" y="142"/>
                        <a:pt x="197" y="142"/>
                      </a:cubicBezTo>
                      <a:close/>
                      <a:moveTo>
                        <a:pt x="125" y="142"/>
                      </a:moveTo>
                      <a:cubicBezTo>
                        <a:pt x="104" y="141"/>
                        <a:pt x="104" y="111"/>
                        <a:pt x="125" y="110"/>
                      </a:cubicBezTo>
                      <a:cubicBezTo>
                        <a:pt x="147" y="110"/>
                        <a:pt x="147" y="141"/>
                        <a:pt x="125" y="14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84" name="Google Shape;51;p3"/>
                <p:cNvSpPr/>
                <p:nvPr/>
              </p:nvSpPr>
              <p:spPr>
                <a:xfrm>
                  <a:off x="7684560" y="4425840"/>
                  <a:ext cx="77760" cy="78480"/>
                </a:xfrm>
                <a:custGeom>
                  <a:avLst/>
                  <a:gdLst>
                    <a:gd name="textAreaLeft" fmla="*/ 0 w 77760"/>
                    <a:gd name="textAreaRight" fmla="*/ 78120 w 77760"/>
                    <a:gd name="textAreaTop" fmla="*/ 0 h 78480"/>
                    <a:gd name="textAreaBottom" fmla="*/ 78840 h 78480"/>
                  </a:gdLst>
                  <a:ahLst/>
                  <a:cxnLst/>
                  <a:rect l="textAreaLeft" t="textAreaTop" r="textAreaRight" b="textAreaBottom"/>
                  <a:pathLst>
                    <a:path w="132" h="133">
                      <a:moveTo>
                        <a:pt x="75" y="0"/>
                      </a:moveTo>
                      <a:cubicBezTo>
                        <a:pt x="15" y="60"/>
                        <a:pt x="15" y="60"/>
                        <a:pt x="15" y="60"/>
                      </a:cubicBezTo>
                      <a:cubicBezTo>
                        <a:pt x="0" y="76"/>
                        <a:pt x="0" y="101"/>
                        <a:pt x="15" y="117"/>
                      </a:cubicBezTo>
                      <a:cubicBezTo>
                        <a:pt x="31" y="133"/>
                        <a:pt x="56" y="133"/>
                        <a:pt x="72" y="117"/>
                      </a:cubicBezTo>
                      <a:cubicBezTo>
                        <a:pt x="132" y="57"/>
                        <a:pt x="132" y="57"/>
                        <a:pt x="132" y="57"/>
                      </a:cubicBezTo>
                      <a:cubicBezTo>
                        <a:pt x="132" y="57"/>
                        <a:pt x="132" y="57"/>
                        <a:pt x="132" y="57"/>
                      </a:cubicBezTo>
                      <a:lnTo>
                        <a:pt x="75" y="0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240" bIns="392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85" name="Google Shape;52;p3"/>
                <p:cNvSpPr/>
                <p:nvPr/>
              </p:nvSpPr>
              <p:spPr>
                <a:xfrm>
                  <a:off x="7717680" y="4187160"/>
                  <a:ext cx="311040" cy="245520"/>
                </a:xfrm>
                <a:custGeom>
                  <a:avLst/>
                  <a:gdLst>
                    <a:gd name="textAreaLeft" fmla="*/ 0 w 311040"/>
                    <a:gd name="textAreaRight" fmla="*/ 311400 w 311040"/>
                    <a:gd name="textAreaTop" fmla="*/ 0 h 245520"/>
                    <a:gd name="textAreaBottom" fmla="*/ 245880 h 245520"/>
                  </a:gdLst>
                  <a:ahLst/>
                  <a:cxnLst/>
                  <a:rect l="textAreaLeft" t="textAreaTop" r="textAreaRight" b="textAreaBottom"/>
                  <a:pathLst>
                    <a:path w="526" h="415">
                      <a:moveTo>
                        <a:pt x="402" y="77"/>
                      </a:moveTo>
                      <a:cubicBezTo>
                        <a:pt x="329" y="1"/>
                        <a:pt x="197" y="0"/>
                        <a:pt x="124" y="77"/>
                      </a:cubicBezTo>
                      <a:cubicBezTo>
                        <a:pt x="0" y="200"/>
                        <a:pt x="89" y="415"/>
                        <a:pt x="263" y="414"/>
                      </a:cubicBezTo>
                      <a:cubicBezTo>
                        <a:pt x="437" y="415"/>
                        <a:pt x="526" y="200"/>
                        <a:pt x="402" y="77"/>
                      </a:cubicBezTo>
                      <a:close/>
                      <a:moveTo>
                        <a:pt x="376" y="329"/>
                      </a:moveTo>
                      <a:cubicBezTo>
                        <a:pt x="312" y="393"/>
                        <a:pt x="211" y="390"/>
                        <a:pt x="151" y="329"/>
                      </a:cubicBezTo>
                      <a:cubicBezTo>
                        <a:pt x="120" y="299"/>
                        <a:pt x="105" y="259"/>
                        <a:pt x="104" y="219"/>
                      </a:cubicBezTo>
                      <a:cubicBezTo>
                        <a:pt x="104" y="218"/>
                        <a:pt x="104" y="218"/>
                        <a:pt x="104" y="217"/>
                      </a:cubicBezTo>
                      <a:cubicBezTo>
                        <a:pt x="104" y="216"/>
                        <a:pt x="104" y="216"/>
                        <a:pt x="104" y="215"/>
                      </a:cubicBezTo>
                      <a:cubicBezTo>
                        <a:pt x="103" y="131"/>
                        <a:pt x="177" y="56"/>
                        <a:pt x="263" y="57"/>
                      </a:cubicBezTo>
                      <a:cubicBezTo>
                        <a:pt x="409" y="60"/>
                        <a:pt x="473" y="231"/>
                        <a:pt x="376" y="329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86" name="Google Shape;53;p3"/>
                <p:cNvSpPr/>
                <p:nvPr/>
              </p:nvSpPr>
              <p:spPr>
                <a:xfrm>
                  <a:off x="7742520" y="4393080"/>
                  <a:ext cx="52560" cy="52560"/>
                </a:xfrm>
                <a:custGeom>
                  <a:avLst/>
                  <a:gdLst>
                    <a:gd name="textAreaLeft" fmla="*/ 0 w 52560"/>
                    <a:gd name="textAreaRight" fmla="*/ 52920 w 52560"/>
                    <a:gd name="textAreaTop" fmla="*/ 0 h 52560"/>
                    <a:gd name="textAreaBottom" fmla="*/ 52920 h 52560"/>
                  </a:gdLst>
                  <a:ahLst/>
                  <a:cxnLst/>
                  <a:rect l="textAreaLeft" t="textAreaTop" r="textAreaRight" b="textAreaBottom"/>
                  <a:pathLst>
                    <a:path w="89" h="89">
                      <a:moveTo>
                        <a:pt x="33" y="0"/>
                      </a:moveTo>
                      <a:cubicBezTo>
                        <a:pt x="0" y="32"/>
                        <a:pt x="0" y="32"/>
                        <a:pt x="0" y="32"/>
                      </a:cubicBezTo>
                      <a:cubicBezTo>
                        <a:pt x="57" y="89"/>
                        <a:pt x="57" y="89"/>
                        <a:pt x="57" y="89"/>
                      </a:cubicBezTo>
                      <a:cubicBezTo>
                        <a:pt x="89" y="57"/>
                        <a:pt x="89" y="57"/>
                        <a:pt x="89" y="57"/>
                      </a:cubicBezTo>
                      <a:cubicBezTo>
                        <a:pt x="67" y="41"/>
                        <a:pt x="48" y="22"/>
                        <a:pt x="3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6280" bIns="2628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  <p:grpSp>
            <p:nvGrpSpPr>
              <p:cNvPr id="387" name="Google Shape;54;p3"/>
              <p:cNvGrpSpPr/>
              <p:nvPr/>
            </p:nvGrpSpPr>
            <p:grpSpPr>
              <a:xfrm>
                <a:off x="8322120" y="4188240"/>
                <a:ext cx="314280" cy="314640"/>
                <a:chOff x="8322120" y="4188240"/>
                <a:chExt cx="314280" cy="314640"/>
              </a:xfrm>
            </p:grpSpPr>
            <p:sp>
              <p:nvSpPr>
                <p:cNvPr id="388" name="Google Shape;55;p3"/>
                <p:cNvSpPr/>
                <p:nvPr/>
              </p:nvSpPr>
              <p:spPr>
                <a:xfrm>
                  <a:off x="8361720" y="4218480"/>
                  <a:ext cx="185760" cy="186480"/>
                </a:xfrm>
                <a:custGeom>
                  <a:avLst/>
                  <a:gdLst>
                    <a:gd name="textAreaLeft" fmla="*/ 0 w 185760"/>
                    <a:gd name="textAreaRight" fmla="*/ 186120 w 185760"/>
                    <a:gd name="textAreaTop" fmla="*/ 0 h 186480"/>
                    <a:gd name="textAreaBottom" fmla="*/ 186840 h 186480"/>
                  </a:gdLst>
                  <a:ahLst/>
                  <a:cxnLst/>
                  <a:rect l="textAreaLeft" t="textAreaTop" r="textAreaRight" b="textAreaBottom"/>
                  <a:pathLst>
                    <a:path w="306" h="307">
                      <a:moveTo>
                        <a:pt x="23" y="169"/>
                      </a:move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7" y="242"/>
                        <a:pt x="65" y="299"/>
                        <a:pt x="137" y="307"/>
                      </a:cubicBezTo>
                      <a:cubicBezTo>
                        <a:pt x="137" y="284"/>
                        <a:pt x="137" y="284"/>
                        <a:pt x="137" y="284"/>
                      </a:cubicBezTo>
                      <a:cubicBezTo>
                        <a:pt x="138" y="263"/>
                        <a:pt x="168" y="263"/>
                        <a:pt x="168" y="284"/>
                      </a:cubicBezTo>
                      <a:cubicBezTo>
                        <a:pt x="168" y="307"/>
                        <a:pt x="168" y="307"/>
                        <a:pt x="168" y="307"/>
                      </a:cubicBezTo>
                      <a:cubicBezTo>
                        <a:pt x="241" y="299"/>
                        <a:pt x="299" y="242"/>
                        <a:pt x="306" y="169"/>
                      </a:cubicBezTo>
                      <a:cubicBezTo>
                        <a:pt x="283" y="169"/>
                        <a:pt x="283" y="169"/>
                        <a:pt x="283" y="169"/>
                      </a:cubicBezTo>
                      <a:cubicBezTo>
                        <a:pt x="262" y="168"/>
                        <a:pt x="262" y="139"/>
                        <a:pt x="283" y="138"/>
                      </a:cubicBezTo>
                      <a:cubicBezTo>
                        <a:pt x="306" y="138"/>
                        <a:pt x="306" y="138"/>
                        <a:pt x="306" y="138"/>
                      </a:cubicBezTo>
                      <a:cubicBezTo>
                        <a:pt x="299" y="65"/>
                        <a:pt x="241" y="8"/>
                        <a:pt x="168" y="0"/>
                      </a:cubicBezTo>
                      <a:cubicBezTo>
                        <a:pt x="168" y="24"/>
                        <a:pt x="168" y="24"/>
                        <a:pt x="168" y="24"/>
                      </a:cubicBezTo>
                      <a:cubicBezTo>
                        <a:pt x="167" y="44"/>
                        <a:pt x="138" y="44"/>
                        <a:pt x="137" y="24"/>
                      </a:cubicBezTo>
                      <a:cubicBezTo>
                        <a:pt x="137" y="0"/>
                        <a:pt x="137" y="0"/>
                        <a:pt x="137" y="0"/>
                      </a:cubicBezTo>
                      <a:cubicBezTo>
                        <a:pt x="65" y="8"/>
                        <a:pt x="7" y="65"/>
                        <a:pt x="0" y="138"/>
                      </a:cubicBezTo>
                      <a:cubicBezTo>
                        <a:pt x="23" y="138"/>
                        <a:pt x="23" y="138"/>
                        <a:pt x="23" y="138"/>
                      </a:cubicBezTo>
                      <a:cubicBezTo>
                        <a:pt x="43" y="139"/>
                        <a:pt x="43" y="168"/>
                        <a:pt x="23" y="169"/>
                      </a:cubicBezTo>
                      <a:close/>
                      <a:moveTo>
                        <a:pt x="103" y="138"/>
                      </a:moveTo>
                      <a:cubicBezTo>
                        <a:pt x="109" y="138"/>
                        <a:pt x="109" y="138"/>
                        <a:pt x="109" y="138"/>
                      </a:cubicBezTo>
                      <a:cubicBezTo>
                        <a:pt x="116" y="107"/>
                        <a:pt x="144" y="84"/>
                        <a:pt x="177" y="84"/>
                      </a:cubicBezTo>
                      <a:cubicBezTo>
                        <a:pt x="186" y="84"/>
                        <a:pt x="193" y="91"/>
                        <a:pt x="193" y="99"/>
                      </a:cubicBezTo>
                      <a:cubicBezTo>
                        <a:pt x="193" y="108"/>
                        <a:pt x="186" y="115"/>
                        <a:pt x="177" y="115"/>
                      </a:cubicBezTo>
                      <a:cubicBezTo>
                        <a:pt x="161" y="115"/>
                        <a:pt x="147" y="124"/>
                        <a:pt x="141" y="138"/>
                      </a:cubicBezTo>
                      <a:cubicBezTo>
                        <a:pt x="177" y="138"/>
                        <a:pt x="177" y="138"/>
                        <a:pt x="177" y="138"/>
                      </a:cubicBezTo>
                      <a:cubicBezTo>
                        <a:pt x="198" y="139"/>
                        <a:pt x="198" y="169"/>
                        <a:pt x="177" y="170"/>
                      </a:cubicBezTo>
                      <a:cubicBezTo>
                        <a:pt x="141" y="170"/>
                        <a:pt x="141" y="170"/>
                        <a:pt x="141" y="170"/>
                      </a:cubicBezTo>
                      <a:cubicBezTo>
                        <a:pt x="147" y="183"/>
                        <a:pt x="161" y="193"/>
                        <a:pt x="177" y="193"/>
                      </a:cubicBezTo>
                      <a:cubicBezTo>
                        <a:pt x="186" y="193"/>
                        <a:pt x="193" y="200"/>
                        <a:pt x="193" y="209"/>
                      </a:cubicBezTo>
                      <a:cubicBezTo>
                        <a:pt x="193" y="217"/>
                        <a:pt x="186" y="224"/>
                        <a:pt x="177" y="224"/>
                      </a:cubicBezTo>
                      <a:cubicBezTo>
                        <a:pt x="144" y="224"/>
                        <a:pt x="116" y="201"/>
                        <a:pt x="109" y="170"/>
                      </a:cubicBezTo>
                      <a:cubicBezTo>
                        <a:pt x="103" y="170"/>
                        <a:pt x="103" y="170"/>
                        <a:pt x="103" y="170"/>
                      </a:cubicBezTo>
                      <a:cubicBezTo>
                        <a:pt x="82" y="169"/>
                        <a:pt x="82" y="139"/>
                        <a:pt x="103" y="13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89" name="Google Shape;56;p3"/>
                <p:cNvSpPr/>
                <p:nvPr/>
              </p:nvSpPr>
              <p:spPr>
                <a:xfrm>
                  <a:off x="8322120" y="4188240"/>
                  <a:ext cx="314280" cy="314640"/>
                </a:xfrm>
                <a:custGeom>
                  <a:avLst/>
                  <a:gdLst>
                    <a:gd name="textAreaLeft" fmla="*/ 0 w 314280"/>
                    <a:gd name="textAreaRight" fmla="*/ 314640 w 314280"/>
                    <a:gd name="textAreaTop" fmla="*/ 0 h 314640"/>
                    <a:gd name="textAreaBottom" fmla="*/ 315000 h 314640"/>
                  </a:gdLst>
                  <a:ahLst/>
                  <a:cxnLst/>
                  <a:rect l="textAreaLeft" t="textAreaTop" r="textAreaRight" b="textAreaBottom"/>
                  <a:pathLst>
                    <a:path w="517" h="517">
                      <a:moveTo>
                        <a:pt x="497" y="487"/>
                      </a:moveTo>
                      <a:cubicBezTo>
                        <a:pt x="30" y="487"/>
                        <a:pt x="30" y="487"/>
                        <a:pt x="30" y="487"/>
                      </a:cubicBezTo>
                      <a:cubicBezTo>
                        <a:pt x="30" y="453"/>
                        <a:pt x="30" y="453"/>
                        <a:pt x="30" y="453"/>
                      </a:cubicBezTo>
                      <a:cubicBezTo>
                        <a:pt x="208" y="453"/>
                        <a:pt x="208" y="453"/>
                        <a:pt x="208" y="453"/>
                      </a:cubicBezTo>
                      <a:cubicBezTo>
                        <a:pt x="350" y="453"/>
                        <a:pt x="468" y="342"/>
                        <a:pt x="475" y="200"/>
                      </a:cubicBezTo>
                      <a:cubicBezTo>
                        <a:pt x="479" y="129"/>
                        <a:pt x="479" y="129"/>
                        <a:pt x="479" y="129"/>
                      </a:cubicBezTo>
                      <a:cubicBezTo>
                        <a:pt x="485" y="136"/>
                        <a:pt x="485" y="136"/>
                        <a:pt x="485" y="136"/>
                      </a:cubicBezTo>
                      <a:cubicBezTo>
                        <a:pt x="488" y="140"/>
                        <a:pt x="492" y="141"/>
                        <a:pt x="497" y="141"/>
                      </a:cubicBezTo>
                      <a:cubicBezTo>
                        <a:pt x="500" y="141"/>
                        <a:pt x="504" y="140"/>
                        <a:pt x="506" y="137"/>
                      </a:cubicBezTo>
                      <a:cubicBezTo>
                        <a:pt x="513" y="132"/>
                        <a:pt x="513" y="122"/>
                        <a:pt x="508" y="116"/>
                      </a:cubicBezTo>
                      <a:cubicBezTo>
                        <a:pt x="477" y="82"/>
                        <a:pt x="477" y="82"/>
                        <a:pt x="477" y="82"/>
                      </a:cubicBezTo>
                      <a:cubicBezTo>
                        <a:pt x="472" y="77"/>
                        <a:pt x="462" y="75"/>
                        <a:pt x="456" y="81"/>
                      </a:cubicBezTo>
                      <a:cubicBezTo>
                        <a:pt x="424" y="110"/>
                        <a:pt x="424" y="110"/>
                        <a:pt x="424" y="110"/>
                      </a:cubicBezTo>
                      <a:cubicBezTo>
                        <a:pt x="410" y="124"/>
                        <a:pt x="429" y="145"/>
                        <a:pt x="444" y="132"/>
                      </a:cubicBezTo>
                      <a:cubicBezTo>
                        <a:pt x="449" y="128"/>
                        <a:pt x="449" y="128"/>
                        <a:pt x="449" y="128"/>
                      </a:cubicBezTo>
                      <a:cubicBezTo>
                        <a:pt x="445" y="198"/>
                        <a:pt x="445" y="198"/>
                        <a:pt x="445" y="198"/>
                      </a:cubicBezTo>
                      <a:cubicBezTo>
                        <a:pt x="439" y="324"/>
                        <a:pt x="334" y="423"/>
                        <a:pt x="208" y="423"/>
                      </a:cubicBezTo>
                      <a:cubicBezTo>
                        <a:pt x="30" y="423"/>
                        <a:pt x="30" y="423"/>
                        <a:pt x="30" y="423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29" y="0"/>
                        <a:pt x="0" y="0"/>
                        <a:pt x="0" y="20"/>
                      </a:cubicBezTo>
                      <a:cubicBezTo>
                        <a:pt x="0" y="502"/>
                        <a:pt x="0" y="502"/>
                        <a:pt x="0" y="502"/>
                      </a:cubicBezTo>
                      <a:cubicBezTo>
                        <a:pt x="0" y="510"/>
                        <a:pt x="6" y="517"/>
                        <a:pt x="15" y="517"/>
                      </a:cubicBezTo>
                      <a:cubicBezTo>
                        <a:pt x="497" y="517"/>
                        <a:pt x="497" y="517"/>
                        <a:pt x="497" y="517"/>
                      </a:cubicBezTo>
                      <a:cubicBezTo>
                        <a:pt x="517" y="516"/>
                        <a:pt x="517" y="487"/>
                        <a:pt x="497" y="4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  <p:grpSp>
            <p:nvGrpSpPr>
              <p:cNvPr id="390" name="Google Shape;57;p3"/>
              <p:cNvGrpSpPr/>
              <p:nvPr/>
            </p:nvGrpSpPr>
            <p:grpSpPr>
              <a:xfrm>
                <a:off x="7958160" y="4710240"/>
                <a:ext cx="405360" cy="405000"/>
                <a:chOff x="7958160" y="4710240"/>
                <a:chExt cx="405360" cy="405000"/>
              </a:xfrm>
            </p:grpSpPr>
            <p:sp>
              <p:nvSpPr>
                <p:cNvPr id="391" name="Google Shape;58;p3"/>
                <p:cNvSpPr/>
                <p:nvPr/>
              </p:nvSpPr>
              <p:spPr>
                <a:xfrm>
                  <a:off x="8060400" y="4710240"/>
                  <a:ext cx="201240" cy="204480"/>
                </a:xfrm>
                <a:custGeom>
                  <a:avLst/>
                  <a:gdLst>
                    <a:gd name="textAreaLeft" fmla="*/ 0 w 201240"/>
                    <a:gd name="textAreaRight" fmla="*/ 201600 w 201240"/>
                    <a:gd name="textAreaTop" fmla="*/ 0 h 204480"/>
                    <a:gd name="textAreaBottom" fmla="*/ 204840 h 204480"/>
                  </a:gdLst>
                  <a:ahLst/>
                  <a:cxnLst/>
                  <a:rect l="textAreaLeft" t="textAreaTop" r="textAreaRight" b="textAreaBottom"/>
                  <a:pathLst>
                    <a:path w="255" h="259">
                      <a:moveTo>
                        <a:pt x="227" y="210"/>
                      </a:moveTo>
                      <a:cubicBezTo>
                        <a:pt x="230" y="210"/>
                        <a:pt x="232" y="208"/>
                        <a:pt x="233" y="206"/>
                      </a:cubicBezTo>
                      <a:cubicBezTo>
                        <a:pt x="253" y="167"/>
                        <a:pt x="253" y="167"/>
                        <a:pt x="253" y="167"/>
                      </a:cubicBezTo>
                      <a:cubicBezTo>
                        <a:pt x="255" y="163"/>
                        <a:pt x="253" y="160"/>
                        <a:pt x="250" y="158"/>
                      </a:cubicBezTo>
                      <a:cubicBezTo>
                        <a:pt x="229" y="148"/>
                        <a:pt x="229" y="148"/>
                        <a:pt x="229" y="148"/>
                      </a:cubicBezTo>
                      <a:cubicBezTo>
                        <a:pt x="227" y="146"/>
                        <a:pt x="226" y="144"/>
                        <a:pt x="226" y="141"/>
                      </a:cubicBezTo>
                      <a:cubicBezTo>
                        <a:pt x="227" y="131"/>
                        <a:pt x="227" y="120"/>
                        <a:pt x="225" y="109"/>
                      </a:cubicBezTo>
                      <a:cubicBezTo>
                        <a:pt x="224" y="107"/>
                        <a:pt x="226" y="104"/>
                        <a:pt x="228" y="103"/>
                      </a:cubicBezTo>
                      <a:cubicBezTo>
                        <a:pt x="248" y="91"/>
                        <a:pt x="248" y="91"/>
                        <a:pt x="248" y="91"/>
                      </a:cubicBezTo>
                      <a:cubicBezTo>
                        <a:pt x="251" y="89"/>
                        <a:pt x="252" y="85"/>
                        <a:pt x="250" y="82"/>
                      </a:cubicBezTo>
                      <a:cubicBezTo>
                        <a:pt x="228" y="44"/>
                        <a:pt x="228" y="44"/>
                        <a:pt x="228" y="44"/>
                      </a:cubicBezTo>
                      <a:cubicBezTo>
                        <a:pt x="227" y="42"/>
                        <a:pt x="224" y="41"/>
                        <a:pt x="222" y="41"/>
                      </a:cubicBezTo>
                      <a:cubicBezTo>
                        <a:pt x="221" y="41"/>
                        <a:pt x="220" y="41"/>
                        <a:pt x="219" y="42"/>
                      </a:cubicBezTo>
                      <a:cubicBezTo>
                        <a:pt x="199" y="53"/>
                        <a:pt x="199" y="53"/>
                        <a:pt x="199" y="53"/>
                      </a:cubicBezTo>
                      <a:cubicBezTo>
                        <a:pt x="197" y="55"/>
                        <a:pt x="194" y="54"/>
                        <a:pt x="191" y="53"/>
                      </a:cubicBezTo>
                      <a:cubicBezTo>
                        <a:pt x="182" y="45"/>
                        <a:pt x="172" y="39"/>
                        <a:pt x="160" y="35"/>
                      </a:cubicBezTo>
                      <a:cubicBezTo>
                        <a:pt x="158" y="34"/>
                        <a:pt x="156" y="31"/>
                        <a:pt x="156" y="29"/>
                      </a:cubicBezTo>
                      <a:cubicBezTo>
                        <a:pt x="156" y="7"/>
                        <a:pt x="156" y="7"/>
                        <a:pt x="156" y="7"/>
                      </a:cubicBezTo>
                      <a:cubicBezTo>
                        <a:pt x="156" y="3"/>
                        <a:pt x="153" y="0"/>
                        <a:pt x="149" y="0"/>
                      </a:cubicBezTo>
                      <a:cubicBezTo>
                        <a:pt x="105" y="0"/>
                        <a:pt x="105" y="0"/>
                        <a:pt x="105" y="0"/>
                      </a:cubicBezTo>
                      <a:cubicBezTo>
                        <a:pt x="101" y="0"/>
                        <a:pt x="98" y="3"/>
                        <a:pt x="98" y="7"/>
                      </a:cubicBezTo>
                      <a:cubicBezTo>
                        <a:pt x="98" y="29"/>
                        <a:pt x="98" y="29"/>
                        <a:pt x="98" y="29"/>
                      </a:cubicBezTo>
                      <a:cubicBezTo>
                        <a:pt x="98" y="31"/>
                        <a:pt x="97" y="34"/>
                        <a:pt x="94" y="35"/>
                      </a:cubicBezTo>
                      <a:cubicBezTo>
                        <a:pt x="81" y="40"/>
                        <a:pt x="68" y="47"/>
                        <a:pt x="58" y="57"/>
                      </a:cubicBezTo>
                      <a:cubicBezTo>
                        <a:pt x="56" y="59"/>
                        <a:pt x="53" y="59"/>
                        <a:pt x="51" y="58"/>
                      </a:cubicBezTo>
                      <a:cubicBezTo>
                        <a:pt x="30" y="48"/>
                        <a:pt x="30" y="48"/>
                        <a:pt x="30" y="48"/>
                      </a:cubicBezTo>
                      <a:cubicBezTo>
                        <a:pt x="27" y="46"/>
                        <a:pt x="23" y="47"/>
                        <a:pt x="21" y="50"/>
                      </a:cubicBezTo>
                      <a:cubicBezTo>
                        <a:pt x="1" y="90"/>
                        <a:pt x="1" y="90"/>
                        <a:pt x="1" y="90"/>
                      </a:cubicBezTo>
                      <a:cubicBezTo>
                        <a:pt x="0" y="93"/>
                        <a:pt x="1" y="97"/>
                        <a:pt x="4" y="99"/>
                      </a:cubicBezTo>
                      <a:cubicBezTo>
                        <a:pt x="25" y="109"/>
                        <a:pt x="25" y="109"/>
                        <a:pt x="25" y="109"/>
                      </a:cubicBezTo>
                      <a:cubicBezTo>
                        <a:pt x="27" y="110"/>
                        <a:pt x="29" y="113"/>
                        <a:pt x="28" y="116"/>
                      </a:cubicBezTo>
                      <a:cubicBezTo>
                        <a:pt x="27" y="126"/>
                        <a:pt x="27" y="137"/>
                        <a:pt x="29" y="147"/>
                      </a:cubicBezTo>
                      <a:cubicBezTo>
                        <a:pt x="30" y="150"/>
                        <a:pt x="29" y="153"/>
                        <a:pt x="26" y="154"/>
                      </a:cubicBezTo>
                      <a:cubicBezTo>
                        <a:pt x="6" y="166"/>
                        <a:pt x="6" y="166"/>
                        <a:pt x="6" y="166"/>
                      </a:cubicBezTo>
                      <a:cubicBezTo>
                        <a:pt x="3" y="167"/>
                        <a:pt x="2" y="171"/>
                        <a:pt x="4" y="175"/>
                      </a:cubicBezTo>
                      <a:cubicBezTo>
                        <a:pt x="26" y="213"/>
                        <a:pt x="26" y="213"/>
                        <a:pt x="26" y="213"/>
                      </a:cubicBezTo>
                      <a:cubicBezTo>
                        <a:pt x="28" y="216"/>
                        <a:pt x="32" y="217"/>
                        <a:pt x="35" y="215"/>
                      </a:cubicBezTo>
                      <a:cubicBezTo>
                        <a:pt x="55" y="203"/>
                        <a:pt x="55" y="203"/>
                        <a:pt x="55" y="203"/>
                      </a:cubicBezTo>
                      <a:cubicBezTo>
                        <a:pt x="58" y="202"/>
                        <a:pt x="61" y="202"/>
                        <a:pt x="63" y="204"/>
                      </a:cubicBezTo>
                      <a:cubicBezTo>
                        <a:pt x="72" y="212"/>
                        <a:pt x="82" y="218"/>
                        <a:pt x="94" y="222"/>
                      </a:cubicBezTo>
                      <a:cubicBezTo>
                        <a:pt x="97" y="223"/>
                        <a:pt x="98" y="225"/>
                        <a:pt x="98" y="228"/>
                      </a:cubicBezTo>
                      <a:cubicBezTo>
                        <a:pt x="98" y="252"/>
                        <a:pt x="98" y="252"/>
                        <a:pt x="98" y="252"/>
                      </a:cubicBezTo>
                      <a:cubicBezTo>
                        <a:pt x="98" y="256"/>
                        <a:pt x="101" y="259"/>
                        <a:pt x="105" y="259"/>
                      </a:cubicBezTo>
                      <a:cubicBezTo>
                        <a:pt x="149" y="259"/>
                        <a:pt x="149" y="259"/>
                        <a:pt x="149" y="259"/>
                      </a:cubicBezTo>
                      <a:cubicBezTo>
                        <a:pt x="153" y="259"/>
                        <a:pt x="156" y="256"/>
                        <a:pt x="156" y="252"/>
                      </a:cubicBezTo>
                      <a:cubicBezTo>
                        <a:pt x="156" y="228"/>
                        <a:pt x="156" y="228"/>
                        <a:pt x="156" y="228"/>
                      </a:cubicBezTo>
                      <a:cubicBezTo>
                        <a:pt x="156" y="225"/>
                        <a:pt x="158" y="223"/>
                        <a:pt x="160" y="222"/>
                      </a:cubicBezTo>
                      <a:cubicBezTo>
                        <a:pt x="174" y="217"/>
                        <a:pt x="186" y="209"/>
                        <a:pt x="196" y="200"/>
                      </a:cubicBezTo>
                      <a:cubicBezTo>
                        <a:pt x="198" y="198"/>
                        <a:pt x="201" y="197"/>
                        <a:pt x="204" y="199"/>
                      </a:cubicBezTo>
                      <a:cubicBezTo>
                        <a:pt x="224" y="209"/>
                        <a:pt x="224" y="209"/>
                        <a:pt x="224" y="209"/>
                      </a:cubicBezTo>
                      <a:cubicBezTo>
                        <a:pt x="225" y="209"/>
                        <a:pt x="226" y="210"/>
                        <a:pt x="227" y="210"/>
                      </a:cubicBezTo>
                      <a:close/>
                      <a:moveTo>
                        <a:pt x="127" y="172"/>
                      </a:moveTo>
                      <a:cubicBezTo>
                        <a:pt x="104" y="172"/>
                        <a:pt x="84" y="153"/>
                        <a:pt x="84" y="130"/>
                      </a:cubicBezTo>
                      <a:cubicBezTo>
                        <a:pt x="87" y="73"/>
                        <a:pt x="168" y="73"/>
                        <a:pt x="170" y="130"/>
                      </a:cubicBezTo>
                      <a:cubicBezTo>
                        <a:pt x="170" y="153"/>
                        <a:pt x="151" y="172"/>
                        <a:pt x="127" y="17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92" name="Google Shape;59;p3"/>
                <p:cNvSpPr/>
                <p:nvPr/>
              </p:nvSpPr>
              <p:spPr>
                <a:xfrm>
                  <a:off x="8150760" y="4802760"/>
                  <a:ext cx="20160" cy="22680"/>
                </a:xfrm>
                <a:custGeom>
                  <a:avLst/>
                  <a:gdLst>
                    <a:gd name="textAreaLeft" fmla="*/ 0 w 20160"/>
                    <a:gd name="textAreaRight" fmla="*/ 20520 w 20160"/>
                    <a:gd name="textAreaTop" fmla="*/ 0 h 22680"/>
                    <a:gd name="textAreaBottom" fmla="*/ 23040 h 22680"/>
                  </a:gdLst>
                  <a:ahLst/>
                  <a:cxnLst/>
                  <a:rect l="textAreaLeft" t="textAreaTop" r="textAreaRight" b="textAreaBottom"/>
                  <a:pathLst>
                    <a:path w="26" h="29">
                      <a:moveTo>
                        <a:pt x="13" y="0"/>
                      </a:moveTo>
                      <a:cubicBezTo>
                        <a:pt x="6" y="0"/>
                        <a:pt x="0" y="6"/>
                        <a:pt x="0" y="13"/>
                      </a:cubicBezTo>
                      <a:cubicBezTo>
                        <a:pt x="1" y="29"/>
                        <a:pt x="25" y="29"/>
                        <a:pt x="26" y="13"/>
                      </a:cubicBezTo>
                      <a:cubicBezTo>
                        <a:pt x="26" y="6"/>
                        <a:pt x="20" y="0"/>
                        <a:pt x="1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1520" bIns="115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93" name="Google Shape;60;p3"/>
                <p:cNvSpPr/>
                <p:nvPr/>
              </p:nvSpPr>
              <p:spPr>
                <a:xfrm>
                  <a:off x="8119080" y="4937760"/>
                  <a:ext cx="82440" cy="177480"/>
                </a:xfrm>
                <a:custGeom>
                  <a:avLst/>
                  <a:gdLst>
                    <a:gd name="textAreaLeft" fmla="*/ 0 w 82440"/>
                    <a:gd name="textAreaRight" fmla="*/ 82800 w 82440"/>
                    <a:gd name="textAreaTop" fmla="*/ 0 h 177480"/>
                    <a:gd name="textAreaBottom" fmla="*/ 177840 h 177480"/>
                  </a:gdLst>
                  <a:ahLst/>
                  <a:cxnLst/>
                  <a:rect l="textAreaLeft" t="textAreaTop" r="textAreaRight" b="textAreaBottom"/>
                  <a:pathLst>
                    <a:path w="105" h="225">
                      <a:moveTo>
                        <a:pt x="99" y="145"/>
                      </a:moveTo>
                      <a:cubicBezTo>
                        <a:pt x="85" y="145"/>
                        <a:pt x="85" y="145"/>
                        <a:pt x="85" y="145"/>
                      </a:cubicBezTo>
                      <a:cubicBezTo>
                        <a:pt x="82" y="145"/>
                        <a:pt x="80" y="143"/>
                        <a:pt x="80" y="141"/>
                      </a:cubicBezTo>
                      <a:cubicBezTo>
                        <a:pt x="80" y="0"/>
                        <a:pt x="80" y="0"/>
                        <a:pt x="80" y="0"/>
                      </a:cubicBezTo>
                      <a:cubicBezTo>
                        <a:pt x="79" y="0"/>
                        <a:pt x="77" y="1"/>
                        <a:pt x="75" y="1"/>
                      </a:cubicBezTo>
                      <a:cubicBezTo>
                        <a:pt x="31" y="1"/>
                        <a:pt x="31" y="1"/>
                        <a:pt x="31" y="1"/>
                      </a:cubicBezTo>
                      <a:cubicBezTo>
                        <a:pt x="29" y="1"/>
                        <a:pt x="28" y="0"/>
                        <a:pt x="26" y="0"/>
                      </a:cubicBezTo>
                      <a:cubicBezTo>
                        <a:pt x="26" y="141"/>
                        <a:pt x="26" y="141"/>
                        <a:pt x="26" y="141"/>
                      </a:cubicBezTo>
                      <a:cubicBezTo>
                        <a:pt x="26" y="143"/>
                        <a:pt x="24" y="145"/>
                        <a:pt x="21" y="145"/>
                      </a:cubicBezTo>
                      <a:cubicBezTo>
                        <a:pt x="7" y="145"/>
                        <a:pt x="7" y="145"/>
                        <a:pt x="7" y="145"/>
                      </a:cubicBezTo>
                      <a:cubicBezTo>
                        <a:pt x="3" y="145"/>
                        <a:pt x="0" y="148"/>
                        <a:pt x="0" y="152"/>
                      </a:cubicBezTo>
                      <a:cubicBezTo>
                        <a:pt x="0" y="177"/>
                        <a:pt x="0" y="177"/>
                        <a:pt x="0" y="177"/>
                      </a:cubicBezTo>
                      <a:cubicBezTo>
                        <a:pt x="0" y="179"/>
                        <a:pt x="1" y="180"/>
                        <a:pt x="3" y="182"/>
                      </a:cubicBezTo>
                      <a:cubicBezTo>
                        <a:pt x="49" y="223"/>
                        <a:pt x="49" y="223"/>
                        <a:pt x="49" y="223"/>
                      </a:cubicBezTo>
                      <a:cubicBezTo>
                        <a:pt x="51" y="225"/>
                        <a:pt x="55" y="225"/>
                        <a:pt x="57" y="223"/>
                      </a:cubicBezTo>
                      <a:cubicBezTo>
                        <a:pt x="103" y="182"/>
                        <a:pt x="103" y="182"/>
                        <a:pt x="103" y="182"/>
                      </a:cubicBezTo>
                      <a:cubicBezTo>
                        <a:pt x="104" y="180"/>
                        <a:pt x="105" y="179"/>
                        <a:pt x="105" y="177"/>
                      </a:cubicBezTo>
                      <a:cubicBezTo>
                        <a:pt x="105" y="152"/>
                        <a:pt x="105" y="152"/>
                        <a:pt x="105" y="152"/>
                      </a:cubicBezTo>
                      <a:cubicBezTo>
                        <a:pt x="105" y="148"/>
                        <a:pt x="102" y="145"/>
                        <a:pt x="99" y="145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94" name="Google Shape;61;p3"/>
                <p:cNvSpPr/>
                <p:nvPr/>
              </p:nvSpPr>
              <p:spPr>
                <a:xfrm>
                  <a:off x="7958160" y="4897440"/>
                  <a:ext cx="163440" cy="102240"/>
                </a:xfrm>
                <a:custGeom>
                  <a:avLst/>
                  <a:gdLst>
                    <a:gd name="textAreaLeft" fmla="*/ 0 w 163440"/>
                    <a:gd name="textAreaRight" fmla="*/ 163800 w 163440"/>
                    <a:gd name="textAreaTop" fmla="*/ 0 h 102240"/>
                    <a:gd name="textAreaBottom" fmla="*/ 102600 h 102240"/>
                  </a:gdLst>
                  <a:ahLst/>
                  <a:cxnLst/>
                  <a:rect l="textAreaLeft" t="textAreaTop" r="textAreaRight" b="textAreaBottom"/>
                  <a:pathLst>
                    <a:path w="208" h="130">
                      <a:moveTo>
                        <a:pt x="198" y="15"/>
                      </a:moveTo>
                      <a:cubicBezTo>
                        <a:pt x="198" y="6"/>
                        <a:pt x="198" y="6"/>
                        <a:pt x="198" y="6"/>
                      </a:cubicBezTo>
                      <a:cubicBezTo>
                        <a:pt x="194" y="4"/>
                        <a:pt x="191" y="2"/>
                        <a:pt x="187" y="0"/>
                      </a:cubicBezTo>
                      <a:cubicBezTo>
                        <a:pt x="180" y="4"/>
                        <a:pt x="180" y="4"/>
                        <a:pt x="180" y="4"/>
                      </a:cubicBezTo>
                      <a:cubicBezTo>
                        <a:pt x="174" y="8"/>
                        <a:pt x="166" y="9"/>
                        <a:pt x="158" y="8"/>
                      </a:cubicBezTo>
                      <a:cubicBezTo>
                        <a:pt x="158" y="18"/>
                        <a:pt x="158" y="18"/>
                        <a:pt x="158" y="18"/>
                      </a:cubicBezTo>
                      <a:cubicBezTo>
                        <a:pt x="158" y="36"/>
                        <a:pt x="143" y="51"/>
                        <a:pt x="125" y="51"/>
                      </a:cubicBezTo>
                      <a:cubicBezTo>
                        <a:pt x="85" y="51"/>
                        <a:pt x="85" y="51"/>
                        <a:pt x="85" y="51"/>
                      </a:cubicBezTo>
                      <a:cubicBezTo>
                        <a:pt x="83" y="51"/>
                        <a:pt x="81" y="49"/>
                        <a:pt x="81" y="46"/>
                      </a:cubicBezTo>
                      <a:cubicBezTo>
                        <a:pt x="81" y="32"/>
                        <a:pt x="81" y="32"/>
                        <a:pt x="81" y="32"/>
                      </a:cubicBezTo>
                      <a:cubicBezTo>
                        <a:pt x="81" y="28"/>
                        <a:pt x="78" y="25"/>
                        <a:pt x="74" y="25"/>
                      </a:cubicBezTo>
                      <a:cubicBezTo>
                        <a:pt x="49" y="25"/>
                        <a:pt x="49" y="25"/>
                        <a:pt x="49" y="25"/>
                      </a:cubicBezTo>
                      <a:cubicBezTo>
                        <a:pt x="47" y="25"/>
                        <a:pt x="46" y="26"/>
                        <a:pt x="44" y="28"/>
                      </a:cubicBezTo>
                      <a:cubicBezTo>
                        <a:pt x="3" y="73"/>
                        <a:pt x="3" y="73"/>
                        <a:pt x="3" y="73"/>
                      </a:cubicBezTo>
                      <a:cubicBezTo>
                        <a:pt x="0" y="76"/>
                        <a:pt x="0" y="80"/>
                        <a:pt x="3" y="82"/>
                      </a:cubicBezTo>
                      <a:cubicBezTo>
                        <a:pt x="44" y="128"/>
                        <a:pt x="44" y="128"/>
                        <a:pt x="44" y="128"/>
                      </a:cubicBezTo>
                      <a:cubicBezTo>
                        <a:pt x="46" y="129"/>
                        <a:pt x="47" y="130"/>
                        <a:pt x="49" y="130"/>
                      </a:cubicBezTo>
                      <a:cubicBezTo>
                        <a:pt x="74" y="130"/>
                        <a:pt x="74" y="130"/>
                        <a:pt x="74" y="130"/>
                      </a:cubicBezTo>
                      <a:cubicBezTo>
                        <a:pt x="78" y="130"/>
                        <a:pt x="81" y="127"/>
                        <a:pt x="81" y="123"/>
                      </a:cubicBezTo>
                      <a:cubicBezTo>
                        <a:pt x="81" y="109"/>
                        <a:pt x="81" y="109"/>
                        <a:pt x="81" y="109"/>
                      </a:cubicBezTo>
                      <a:cubicBezTo>
                        <a:pt x="81" y="107"/>
                        <a:pt x="83" y="105"/>
                        <a:pt x="85" y="105"/>
                      </a:cubicBezTo>
                      <a:cubicBezTo>
                        <a:pt x="118" y="105"/>
                        <a:pt x="118" y="105"/>
                        <a:pt x="118" y="105"/>
                      </a:cubicBezTo>
                      <a:cubicBezTo>
                        <a:pt x="160" y="105"/>
                        <a:pt x="196" y="77"/>
                        <a:pt x="208" y="40"/>
                      </a:cubicBezTo>
                      <a:cubicBezTo>
                        <a:pt x="202" y="33"/>
                        <a:pt x="198" y="25"/>
                        <a:pt x="198" y="15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95" name="Google Shape;62;p3"/>
                <p:cNvSpPr/>
                <p:nvPr/>
              </p:nvSpPr>
              <p:spPr>
                <a:xfrm>
                  <a:off x="8199720" y="4893480"/>
                  <a:ext cx="163800" cy="106560"/>
                </a:xfrm>
                <a:custGeom>
                  <a:avLst/>
                  <a:gdLst>
                    <a:gd name="textAreaLeft" fmla="*/ 0 w 163800"/>
                    <a:gd name="textAreaRight" fmla="*/ 164160 w 163800"/>
                    <a:gd name="textAreaTop" fmla="*/ 0 h 106560"/>
                    <a:gd name="textAreaBottom" fmla="*/ 106920 h 106560"/>
                  </a:gdLst>
                  <a:ahLst/>
                  <a:cxnLst/>
                  <a:rect l="textAreaLeft" t="textAreaTop" r="textAreaRight" b="textAreaBottom"/>
                  <a:pathLst>
                    <a:path w="208" h="135">
                      <a:moveTo>
                        <a:pt x="206" y="78"/>
                      </a:moveTo>
                      <a:cubicBezTo>
                        <a:pt x="164" y="33"/>
                        <a:pt x="164" y="33"/>
                        <a:pt x="164" y="33"/>
                      </a:cubicBezTo>
                      <a:cubicBezTo>
                        <a:pt x="163" y="31"/>
                        <a:pt x="161" y="30"/>
                        <a:pt x="159" y="30"/>
                      </a:cubicBezTo>
                      <a:cubicBezTo>
                        <a:pt x="134" y="30"/>
                        <a:pt x="134" y="30"/>
                        <a:pt x="134" y="30"/>
                      </a:cubicBezTo>
                      <a:cubicBezTo>
                        <a:pt x="131" y="30"/>
                        <a:pt x="128" y="33"/>
                        <a:pt x="128" y="37"/>
                      </a:cubicBezTo>
                      <a:cubicBezTo>
                        <a:pt x="128" y="51"/>
                        <a:pt x="128" y="51"/>
                        <a:pt x="128" y="51"/>
                      </a:cubicBezTo>
                      <a:cubicBezTo>
                        <a:pt x="128" y="54"/>
                        <a:pt x="126" y="56"/>
                        <a:pt x="123" y="56"/>
                      </a:cubicBezTo>
                      <a:cubicBezTo>
                        <a:pt x="84" y="56"/>
                        <a:pt x="84" y="56"/>
                        <a:pt x="84" y="56"/>
                      </a:cubicBezTo>
                      <a:cubicBezTo>
                        <a:pt x="65" y="56"/>
                        <a:pt x="50" y="41"/>
                        <a:pt x="50" y="23"/>
                      </a:cubicBezTo>
                      <a:cubicBezTo>
                        <a:pt x="50" y="7"/>
                        <a:pt x="50" y="7"/>
                        <a:pt x="50" y="7"/>
                      </a:cubicBezTo>
                      <a:cubicBezTo>
                        <a:pt x="45" y="7"/>
                        <a:pt x="40" y="6"/>
                        <a:pt x="35" y="4"/>
                      </a:cubicBezTo>
                      <a:cubicBezTo>
                        <a:pt x="28" y="0"/>
                        <a:pt x="28" y="0"/>
                        <a:pt x="28" y="0"/>
                      </a:cubicBezTo>
                      <a:cubicBezTo>
                        <a:pt x="22" y="4"/>
                        <a:pt x="16" y="8"/>
                        <a:pt x="10" y="11"/>
                      </a:cubicBezTo>
                      <a:cubicBezTo>
                        <a:pt x="10" y="20"/>
                        <a:pt x="10" y="20"/>
                        <a:pt x="10" y="20"/>
                      </a:cubicBezTo>
                      <a:cubicBezTo>
                        <a:pt x="10" y="30"/>
                        <a:pt x="6" y="38"/>
                        <a:pt x="0" y="45"/>
                      </a:cubicBezTo>
                      <a:cubicBezTo>
                        <a:pt x="12" y="82"/>
                        <a:pt x="48" y="110"/>
                        <a:pt x="90" y="110"/>
                      </a:cubicBezTo>
                      <a:cubicBezTo>
                        <a:pt x="123" y="110"/>
                        <a:pt x="123" y="110"/>
                        <a:pt x="123" y="110"/>
                      </a:cubicBezTo>
                      <a:cubicBezTo>
                        <a:pt x="126" y="110"/>
                        <a:pt x="128" y="112"/>
                        <a:pt x="128" y="114"/>
                      </a:cubicBezTo>
                      <a:cubicBezTo>
                        <a:pt x="128" y="128"/>
                        <a:pt x="128" y="128"/>
                        <a:pt x="128" y="128"/>
                      </a:cubicBezTo>
                      <a:cubicBezTo>
                        <a:pt x="128" y="132"/>
                        <a:pt x="131" y="135"/>
                        <a:pt x="134" y="135"/>
                      </a:cubicBezTo>
                      <a:cubicBezTo>
                        <a:pt x="159" y="135"/>
                        <a:pt x="159" y="135"/>
                        <a:pt x="159" y="135"/>
                      </a:cubicBezTo>
                      <a:cubicBezTo>
                        <a:pt x="161" y="135"/>
                        <a:pt x="163" y="134"/>
                        <a:pt x="164" y="133"/>
                      </a:cubicBezTo>
                      <a:cubicBezTo>
                        <a:pt x="206" y="87"/>
                        <a:pt x="206" y="87"/>
                        <a:pt x="206" y="87"/>
                      </a:cubicBezTo>
                      <a:cubicBezTo>
                        <a:pt x="208" y="85"/>
                        <a:pt x="208" y="81"/>
                        <a:pt x="206" y="7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</p:grpSp>
      </p:grpSp>
      <p:sp>
        <p:nvSpPr>
          <p:cNvPr id="396" name="PlaceHolder 1"/>
          <p:cNvSpPr>
            <a:spLocks noGrp="1"/>
          </p:cNvSpPr>
          <p:nvPr>
            <p:ph type="title"/>
          </p:nvPr>
        </p:nvSpPr>
        <p:spPr>
          <a:xfrm>
            <a:off x="1864800" y="2179440"/>
            <a:ext cx="5413680" cy="1626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48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397" name="PlaceHolder 2"/>
          <p:cNvSpPr>
            <a:spLocks noGrp="1"/>
          </p:cNvSpPr>
          <p:nvPr>
            <p:ph type="title"/>
          </p:nvPr>
        </p:nvSpPr>
        <p:spPr>
          <a:xfrm>
            <a:off x="1864800" y="1337400"/>
            <a:ext cx="1474200" cy="84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6000" b="0" strike="noStrike" spc="-1">
                <a:solidFill>
                  <a:schemeClr val="lt1"/>
                </a:solidFill>
                <a:latin typeface="Montserrat"/>
                <a:ea typeface="Montserrat"/>
              </a:rPr>
              <a:t>xx%</a:t>
            </a:r>
            <a:endParaRPr lang="fr-FR" sz="60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398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customXml" Target="../ink/ink6.xml"/><Relationship Id="rId18" Type="http://schemas.openxmlformats.org/officeDocument/2006/relationships/image" Target="../media/image14.png"/><Relationship Id="rId26" Type="http://schemas.openxmlformats.org/officeDocument/2006/relationships/image" Target="../media/image18.png"/><Relationship Id="rId21" Type="http://schemas.openxmlformats.org/officeDocument/2006/relationships/customXml" Target="../ink/ink10.xml"/><Relationship Id="rId34" Type="http://schemas.openxmlformats.org/officeDocument/2006/relationships/image" Target="../media/image22.png"/><Relationship Id="rId7" Type="http://schemas.openxmlformats.org/officeDocument/2006/relationships/customXml" Target="../ink/ink3.xml"/><Relationship Id="rId12" Type="http://schemas.openxmlformats.org/officeDocument/2006/relationships/image" Target="../media/image11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33" Type="http://schemas.openxmlformats.org/officeDocument/2006/relationships/customXml" Target="../ink/ink16.xml"/><Relationship Id="rId38" Type="http://schemas.openxmlformats.org/officeDocument/2006/relationships/image" Target="../media/image24.png"/><Relationship Id="rId2" Type="http://schemas.openxmlformats.org/officeDocument/2006/relationships/image" Target="../media/image6.png"/><Relationship Id="rId16" Type="http://schemas.openxmlformats.org/officeDocument/2006/relationships/image" Target="../media/image13.png"/><Relationship Id="rId20" Type="http://schemas.openxmlformats.org/officeDocument/2006/relationships/image" Target="../media/image15.png"/><Relationship Id="rId29" Type="http://schemas.openxmlformats.org/officeDocument/2006/relationships/customXml" Target="../ink/ink1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11" Type="http://schemas.openxmlformats.org/officeDocument/2006/relationships/customXml" Target="../ink/ink5.xml"/><Relationship Id="rId24" Type="http://schemas.openxmlformats.org/officeDocument/2006/relationships/image" Target="../media/image17.png"/><Relationship Id="rId32" Type="http://schemas.openxmlformats.org/officeDocument/2006/relationships/image" Target="../media/image21.png"/><Relationship Id="rId37" Type="http://schemas.openxmlformats.org/officeDocument/2006/relationships/customXml" Target="../ink/ink18.xml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19.png"/><Relationship Id="rId36" Type="http://schemas.openxmlformats.org/officeDocument/2006/relationships/image" Target="../media/image23.png"/><Relationship Id="rId10" Type="http://schemas.openxmlformats.org/officeDocument/2006/relationships/image" Target="../media/image10.png"/><Relationship Id="rId19" Type="http://schemas.openxmlformats.org/officeDocument/2006/relationships/customXml" Target="../ink/ink9.xml"/><Relationship Id="rId31" Type="http://schemas.openxmlformats.org/officeDocument/2006/relationships/customXml" Target="../ink/ink15.xml"/><Relationship Id="rId4" Type="http://schemas.openxmlformats.org/officeDocument/2006/relationships/image" Target="../media/image7.png"/><Relationship Id="rId9" Type="http://schemas.openxmlformats.org/officeDocument/2006/relationships/customXml" Target="../ink/ink4.xml"/><Relationship Id="rId14" Type="http://schemas.openxmlformats.org/officeDocument/2006/relationships/image" Target="../media/image12.png"/><Relationship Id="rId22" Type="http://schemas.openxmlformats.org/officeDocument/2006/relationships/image" Target="../media/image16.png"/><Relationship Id="rId27" Type="http://schemas.openxmlformats.org/officeDocument/2006/relationships/customXml" Target="../ink/ink13.xml"/><Relationship Id="rId30" Type="http://schemas.openxmlformats.org/officeDocument/2006/relationships/image" Target="../media/image20.png"/><Relationship Id="rId35" Type="http://schemas.openxmlformats.org/officeDocument/2006/relationships/customXml" Target="../ink/ink17.xml"/><Relationship Id="rId8" Type="http://schemas.openxmlformats.org/officeDocument/2006/relationships/image" Target="../media/image9.png"/><Relationship Id="rId3" Type="http://schemas.openxmlformats.org/officeDocument/2006/relationships/customXml" Target="../ink/ink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PlaceHolder 1"/>
          <p:cNvSpPr>
            <a:spLocks noGrp="1"/>
          </p:cNvSpPr>
          <p:nvPr>
            <p:ph type="title"/>
          </p:nvPr>
        </p:nvSpPr>
        <p:spPr>
          <a:xfrm>
            <a:off x="2009880" y="1076400"/>
            <a:ext cx="6714720" cy="1495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3800" b="1" strike="noStrike" spc="-1">
                <a:solidFill>
                  <a:schemeClr val="dk1"/>
                </a:solidFill>
                <a:latin typeface="Montserrat"/>
                <a:ea typeface="Montserrat"/>
              </a:rPr>
              <a:t>BANK MANAGEMENT SYSTEM</a:t>
            </a:r>
            <a:endParaRPr lang="fr-FR" sz="3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736" name="PlaceHolder 2"/>
          <p:cNvSpPr>
            <a:spLocks noGrp="1"/>
          </p:cNvSpPr>
          <p:nvPr>
            <p:ph type="subTitle"/>
          </p:nvPr>
        </p:nvSpPr>
        <p:spPr>
          <a:xfrm>
            <a:off x="2009880" y="2581200"/>
            <a:ext cx="5362200" cy="475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78198" lnSpcReduction="1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600" b="0" strike="noStrike" spc="-1">
                <a:solidFill>
                  <a:schemeClr val="dk1"/>
                </a:solidFill>
                <a:latin typeface="Actor"/>
                <a:ea typeface="Actor"/>
              </a:rPr>
              <a:t>A comprehensive Java-based console application for banking operations.</a:t>
            </a:r>
            <a:endParaRPr lang="en-US" sz="1600" b="0" strike="noStrike" spc="-1">
              <a:solidFill>
                <a:srgbClr val="FFFFFF"/>
              </a:solidFill>
              <a:latin typeface="OpenSymbol"/>
            </a:endParaRPr>
          </a:p>
        </p:txBody>
      </p:sp>
      <p:cxnSp>
        <p:nvCxnSpPr>
          <p:cNvPr id="737" name="Google Shape;813;p29"/>
          <p:cNvCxnSpPr/>
          <p:nvPr/>
        </p:nvCxnSpPr>
        <p:spPr>
          <a:xfrm>
            <a:off x="2104560" y="2577960"/>
            <a:ext cx="606420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9B41097A-6036-D41F-F489-2E4E670196D5}"/>
              </a:ext>
            </a:extLst>
          </p:cNvPr>
          <p:cNvSpPr txBox="1"/>
          <p:nvPr/>
        </p:nvSpPr>
        <p:spPr>
          <a:xfrm>
            <a:off x="76977" y="4418828"/>
            <a:ext cx="59183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PRESENTED BY:</a:t>
            </a:r>
          </a:p>
          <a:p>
            <a:r>
              <a:rPr lang="en-US" dirty="0"/>
              <a:t>ALI HAMZA {004}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0ADB40-424C-3699-1AA0-11FADC89DB03}"/>
              </a:ext>
            </a:extLst>
          </p:cNvPr>
          <p:cNvSpPr txBox="1"/>
          <p:nvPr/>
        </p:nvSpPr>
        <p:spPr>
          <a:xfrm>
            <a:off x="6728306" y="4282755"/>
            <a:ext cx="28809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PRESENTED TO:</a:t>
            </a:r>
          </a:p>
          <a:p>
            <a:r>
              <a:rPr lang="en-US" dirty="0"/>
              <a:t>SIR KHURAM IQBAL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PlaceHolder 1"/>
          <p:cNvSpPr>
            <a:spLocks noGrp="1"/>
          </p:cNvSpPr>
          <p:nvPr>
            <p:ph type="title"/>
          </p:nvPr>
        </p:nvSpPr>
        <p:spPr>
          <a:xfrm>
            <a:off x="1647720" y="971640"/>
            <a:ext cx="5419440" cy="1056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3000" b="1" strike="noStrike" spc="-1" dirty="0">
                <a:solidFill>
                  <a:schemeClr val="dk1"/>
                </a:solidFill>
                <a:latin typeface="Montserrat"/>
                <a:ea typeface="Montserrat"/>
              </a:rPr>
              <a:t>Introduction</a:t>
            </a:r>
            <a:endParaRPr lang="fr-FR" sz="3000" b="0" strike="noStrike" spc="-1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739" name="PlaceHolder 2"/>
          <p:cNvSpPr>
            <a:spLocks noGrp="1"/>
          </p:cNvSpPr>
          <p:nvPr>
            <p:ph type="subTitle"/>
          </p:nvPr>
        </p:nvSpPr>
        <p:spPr>
          <a:xfrm>
            <a:off x="1647720" y="2028960"/>
            <a:ext cx="5419440" cy="2142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600" b="0" strike="noStrike" spc="-1" dirty="0">
                <a:solidFill>
                  <a:schemeClr val="dk1"/>
                </a:solidFill>
                <a:latin typeface="Actor"/>
                <a:ea typeface="Actor"/>
              </a:rPr>
              <a:t>The Bank Management System serves as a prototype that simulates essential banking functions, allowing users to manage accounts, transfer funds, and track transactions securely.</a:t>
            </a:r>
            <a:endParaRPr lang="en-US" sz="1600" b="0" strike="noStrike" spc="-1" dirty="0">
              <a:solidFill>
                <a:srgbClr val="FFFFFF"/>
              </a:solidFill>
              <a:latin typeface="OpenSymbo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PlaceHolder 1"/>
          <p:cNvSpPr>
            <a:spLocks noGrp="1"/>
          </p:cNvSpPr>
          <p:nvPr>
            <p:ph type="title"/>
          </p:nvPr>
        </p:nvSpPr>
        <p:spPr>
          <a:xfrm>
            <a:off x="1866960" y="2181240"/>
            <a:ext cx="5409720" cy="1628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4800" b="1" strike="noStrike" spc="-1">
                <a:solidFill>
                  <a:schemeClr val="dk1"/>
                </a:solidFill>
                <a:latin typeface="Montserrat"/>
                <a:ea typeface="Montserrat"/>
              </a:rPr>
              <a:t>Overview</a:t>
            </a:r>
            <a:endParaRPr lang="fr-FR" sz="4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741" name="PlaceHolder 2"/>
          <p:cNvSpPr>
            <a:spLocks noGrp="1"/>
          </p:cNvSpPr>
          <p:nvPr>
            <p:ph type="title"/>
          </p:nvPr>
        </p:nvSpPr>
        <p:spPr>
          <a:xfrm>
            <a:off x="1866960" y="1333440"/>
            <a:ext cx="1476000" cy="837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6000" b="0" strike="noStrike" spc="-1">
                <a:solidFill>
                  <a:schemeClr val="lt1"/>
                </a:solidFill>
                <a:latin typeface="Montserrat"/>
                <a:ea typeface="Montserrat"/>
              </a:rPr>
              <a:t>01</a:t>
            </a:r>
            <a:endParaRPr lang="fr-FR" sz="60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PlaceHolder 1"/>
          <p:cNvSpPr>
            <a:spLocks noGrp="1"/>
          </p:cNvSpPr>
          <p:nvPr>
            <p:ph type="title"/>
          </p:nvPr>
        </p:nvSpPr>
        <p:spPr>
          <a:xfrm>
            <a:off x="714240" y="876240"/>
            <a:ext cx="3981240" cy="1028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3000" b="1" strike="noStrike" spc="-1" dirty="0">
                <a:solidFill>
                  <a:schemeClr val="dk1"/>
                </a:solidFill>
                <a:latin typeface="Montserrat"/>
                <a:ea typeface="Montserrat"/>
              </a:rPr>
              <a:t>Java-based application</a:t>
            </a:r>
            <a:endParaRPr lang="fr-FR" sz="3000" b="0" strike="noStrike" spc="-1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743" name="PlaceHolder 2"/>
          <p:cNvSpPr>
            <a:spLocks noGrp="1"/>
          </p:cNvSpPr>
          <p:nvPr>
            <p:ph type="subTitle"/>
          </p:nvPr>
        </p:nvSpPr>
        <p:spPr>
          <a:xfrm>
            <a:off x="714240" y="1962000"/>
            <a:ext cx="3981240" cy="2295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800" b="0" strike="noStrike" spc="-1" dirty="0">
                <a:solidFill>
                  <a:schemeClr val="dk1"/>
                </a:solidFill>
                <a:latin typeface="Actor"/>
                <a:ea typeface="Actor"/>
              </a:rPr>
              <a:t>This system is developed as a console application using Java, providing a user-friendly interface for managing banking operations effectively.</a:t>
            </a:r>
            <a:endParaRPr lang="en-US" sz="1800" b="0" strike="noStrike" spc="-1" dirty="0">
              <a:solidFill>
                <a:srgbClr val="FFFFFF"/>
              </a:solidFill>
              <a:latin typeface="OpenSymbol"/>
            </a:endParaRPr>
          </a:p>
        </p:txBody>
      </p:sp>
      <p:pic>
        <p:nvPicPr>
          <p:cNvPr id="744" name="Google Shape;846;p32"/>
          <p:cNvPicPr/>
          <p:nvPr/>
        </p:nvPicPr>
        <p:blipFill>
          <a:blip r:embed="rId2"/>
          <a:srcRect t="15165" b="15165"/>
          <a:stretch/>
        </p:blipFill>
        <p:spPr>
          <a:xfrm>
            <a:off x="5009760" y="0"/>
            <a:ext cx="4133880" cy="51433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PlaceHolder 1"/>
          <p:cNvSpPr>
            <a:spLocks noGrp="1"/>
          </p:cNvSpPr>
          <p:nvPr>
            <p:ph type="title"/>
          </p:nvPr>
        </p:nvSpPr>
        <p:spPr>
          <a:xfrm>
            <a:off x="1647720" y="971640"/>
            <a:ext cx="5419440" cy="1056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3000" b="1" strike="noStrike" spc="-1">
                <a:solidFill>
                  <a:schemeClr val="dk1"/>
                </a:solidFill>
                <a:latin typeface="Montserrat"/>
                <a:ea typeface="Montserrat"/>
              </a:rPr>
              <a:t>User roles: Administrators and Users</a:t>
            </a:r>
            <a:endParaRPr lang="fr-FR" sz="30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746" name="PlaceHolder 2"/>
          <p:cNvSpPr>
            <a:spLocks noGrp="1"/>
          </p:cNvSpPr>
          <p:nvPr>
            <p:ph type="subTitle"/>
          </p:nvPr>
        </p:nvSpPr>
        <p:spPr>
          <a:xfrm>
            <a:off x="1647720" y="2028960"/>
            <a:ext cx="5419440" cy="2142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800" b="0" strike="noStrike" spc="-1" dirty="0">
                <a:solidFill>
                  <a:schemeClr val="dk1"/>
                </a:solidFill>
                <a:latin typeface="Actor"/>
                <a:ea typeface="Actor"/>
              </a:rPr>
              <a:t>The application supports two roles: Administrators who have full access to manage accounts, and Users who can view and interact with their personal account details</a:t>
            </a:r>
            <a:r>
              <a:rPr lang="en" sz="1200" b="0" strike="noStrike" spc="-1" dirty="0">
                <a:solidFill>
                  <a:schemeClr val="dk1"/>
                </a:solidFill>
                <a:latin typeface="Actor"/>
                <a:ea typeface="Actor"/>
              </a:rPr>
              <a:t>.</a:t>
            </a:r>
            <a:endParaRPr lang="en-US" sz="1200" b="0" strike="noStrike" spc="-1" dirty="0">
              <a:solidFill>
                <a:srgbClr val="FFFFFF"/>
              </a:solidFill>
              <a:latin typeface="OpenSymbo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9DD16C0-DF92-4278-87B5-3BA7237C5B9E}"/>
              </a:ext>
            </a:extLst>
          </p:cNvPr>
          <p:cNvSpPr txBox="1"/>
          <p:nvPr/>
        </p:nvSpPr>
        <p:spPr>
          <a:xfrm>
            <a:off x="3443040" y="3100320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PlaceHolder 1"/>
          <p:cNvSpPr>
            <a:spLocks noGrp="1"/>
          </p:cNvSpPr>
          <p:nvPr>
            <p:ph type="title"/>
          </p:nvPr>
        </p:nvSpPr>
        <p:spPr>
          <a:xfrm>
            <a:off x="1647720" y="971640"/>
            <a:ext cx="5419440" cy="1056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3000" b="1" strike="noStrike" spc="-1">
                <a:solidFill>
                  <a:schemeClr val="dk1"/>
                </a:solidFill>
                <a:latin typeface="Montserrat"/>
                <a:ea typeface="Montserrat"/>
              </a:rPr>
              <a:t>Core banking operations</a:t>
            </a:r>
            <a:endParaRPr lang="fr-FR" sz="30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748" name="PlaceHolder 2"/>
          <p:cNvSpPr>
            <a:spLocks noGrp="1"/>
          </p:cNvSpPr>
          <p:nvPr>
            <p:ph type="subTitle"/>
          </p:nvPr>
        </p:nvSpPr>
        <p:spPr>
          <a:xfrm>
            <a:off x="1647720" y="2028960"/>
            <a:ext cx="5419440" cy="2142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200" b="0" strike="noStrike" spc="-1">
                <a:solidFill>
                  <a:schemeClr val="dk1"/>
                </a:solidFill>
                <a:latin typeface="Actor"/>
                <a:ea typeface="Actor"/>
              </a:rPr>
              <a:t>Key functionalities include account creation, updates, search capabilities, fund transfers, and transaction logs, ensuring a comprehensive banking experience.</a:t>
            </a:r>
            <a:endParaRPr lang="en-US" sz="1200" b="0" strike="noStrike" spc="-1">
              <a:solidFill>
                <a:srgbClr val="FFFFFF"/>
              </a:solidFill>
              <a:latin typeface="OpenSymbo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C0C6837-9222-4DEE-B998-B881DCDE75A2}"/>
              </a:ext>
            </a:extLst>
          </p:cNvPr>
          <p:cNvSpPr txBox="1"/>
          <p:nvPr/>
        </p:nvSpPr>
        <p:spPr>
          <a:xfrm>
            <a:off x="3443040" y="2764388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6361A74-61A6-B162-D330-77E414B4D3F7}"/>
              </a:ext>
            </a:extLst>
          </p:cNvPr>
          <p:cNvSpPr txBox="1"/>
          <p:nvPr/>
        </p:nvSpPr>
        <p:spPr>
          <a:xfrm>
            <a:off x="2316997" y="2024804"/>
            <a:ext cx="546315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PROGRAM FLOW</a:t>
            </a:r>
          </a:p>
        </p:txBody>
      </p:sp>
    </p:spTree>
    <p:extLst>
      <p:ext uri="{BB962C8B-B14F-4D97-AF65-F5344CB8AC3E}">
        <p14:creationId xmlns:p14="http://schemas.microsoft.com/office/powerpoint/2010/main" val="10327835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omputer screen shot of a diagram&#10;&#10;AI-generated content may be incorrect.">
            <a:extLst>
              <a:ext uri="{FF2B5EF4-FFF2-40B4-BE49-F238E27FC236}">
                <a16:creationId xmlns:a16="http://schemas.microsoft.com/office/drawing/2014/main" id="{B7A31ECE-8FE1-AC14-1415-7FEC7198C94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9144000" cy="51434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BCA028A-6102-F8A2-CF15-08582E57B5DF}"/>
              </a:ext>
            </a:extLst>
          </p:cNvPr>
          <p:cNvSpPr txBox="1"/>
          <p:nvPr/>
        </p:nvSpPr>
        <p:spPr>
          <a:xfrm>
            <a:off x="371958" y="2014781"/>
            <a:ext cx="1836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highlight>
                  <a:srgbClr val="C0C0C0"/>
                </a:highlight>
              </a:rPr>
              <a:t>FLOW CHART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AE5CBA5F-A684-9D36-5894-D9235A187457}"/>
              </a:ext>
            </a:extLst>
          </p:cNvPr>
          <p:cNvSpPr/>
          <p:nvPr/>
        </p:nvSpPr>
        <p:spPr>
          <a:xfrm>
            <a:off x="69741" y="2118081"/>
            <a:ext cx="302217" cy="162732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82609F-5437-675D-E6AC-8F0A38E2BF30}"/>
              </a:ext>
            </a:extLst>
          </p:cNvPr>
          <p:cNvSpPr/>
          <p:nvPr/>
        </p:nvSpPr>
        <p:spPr>
          <a:xfrm>
            <a:off x="0" y="3323073"/>
            <a:ext cx="9144000" cy="1627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89B9DF2-9DC4-EBD1-B6B8-A18C28F9C856}"/>
              </a:ext>
            </a:extLst>
          </p:cNvPr>
          <p:cNvSpPr/>
          <p:nvPr/>
        </p:nvSpPr>
        <p:spPr>
          <a:xfrm>
            <a:off x="1813302" y="867905"/>
            <a:ext cx="1185620" cy="2079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50617E-60CE-26FE-152E-B953DCA7941F}"/>
              </a:ext>
            </a:extLst>
          </p:cNvPr>
          <p:cNvSpPr/>
          <p:nvPr/>
        </p:nvSpPr>
        <p:spPr>
          <a:xfrm>
            <a:off x="5416658" y="953146"/>
            <a:ext cx="937647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89D0A3-6F3E-32BE-431F-1E891CEF1E71}"/>
              </a:ext>
            </a:extLst>
          </p:cNvPr>
          <p:cNvSpPr/>
          <p:nvPr/>
        </p:nvSpPr>
        <p:spPr>
          <a:xfrm>
            <a:off x="6610027" y="953146"/>
            <a:ext cx="937647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AABFB48-2B41-2B80-ACD0-DC8400868F73}"/>
              </a:ext>
            </a:extLst>
          </p:cNvPr>
          <p:cNvSpPr/>
          <p:nvPr/>
        </p:nvSpPr>
        <p:spPr>
          <a:xfrm>
            <a:off x="8020373" y="1580827"/>
            <a:ext cx="1929539" cy="239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65D8922F-7C3F-CCFB-BA58-903270734450}"/>
                  </a:ext>
                </a:extLst>
              </p14:cNvPr>
              <p14:cNvContentPartPr/>
              <p14:nvPr/>
            </p14:nvContentPartPr>
            <p14:xfrm>
              <a:off x="-736273" y="3316460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65D8922F-7C3F-CCFB-BA58-90327073445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754273" y="3208460"/>
                <a:ext cx="36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DF1197B8-419A-2F87-232C-BD004CA6D450}"/>
                  </a:ext>
                </a:extLst>
              </p14:cNvPr>
              <p14:cNvContentPartPr/>
              <p14:nvPr/>
            </p14:nvContentPartPr>
            <p14:xfrm>
              <a:off x="606880" y="3324840"/>
              <a:ext cx="833400" cy="162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DF1197B8-419A-2F87-232C-BD004CA6D45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2560" y="3297840"/>
                <a:ext cx="84204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7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7B26CEA1-82BE-7B37-E136-FA46F377710B}"/>
                  </a:ext>
                </a:extLst>
              </p14:cNvPr>
              <p14:cNvContentPartPr/>
              <p14:nvPr/>
            </p14:nvContentPartPr>
            <p14:xfrm>
              <a:off x="1739440" y="3321960"/>
              <a:ext cx="477720" cy="1551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7B26CEA1-82BE-7B37-E136-FA46F377710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735120" y="3295320"/>
                <a:ext cx="486360" cy="20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9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09C71D5D-90DE-CD19-1604-75E650EDADF5}"/>
                  </a:ext>
                </a:extLst>
              </p14:cNvPr>
              <p14:cNvContentPartPr/>
              <p14:nvPr/>
            </p14:nvContentPartPr>
            <p14:xfrm>
              <a:off x="2832400" y="3319800"/>
              <a:ext cx="134280" cy="1609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09C71D5D-90DE-CD19-1604-75E650EDADF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828080" y="3292800"/>
                <a:ext cx="142920" cy="21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1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42F92280-443B-08AA-2087-690484A585D8}"/>
                  </a:ext>
                </a:extLst>
              </p14:cNvPr>
              <p14:cNvContentPartPr/>
              <p14:nvPr/>
            </p14:nvContentPartPr>
            <p14:xfrm>
              <a:off x="3756400" y="3327360"/>
              <a:ext cx="150480" cy="15768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42F92280-443B-08AA-2087-690484A585D8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752080" y="3300360"/>
                <a:ext cx="159120" cy="21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3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9FCD6649-7F0D-10CC-E8E2-D16CF7B789F2}"/>
                  </a:ext>
                </a:extLst>
              </p14:cNvPr>
              <p14:cNvContentPartPr/>
              <p14:nvPr/>
            </p14:nvContentPartPr>
            <p14:xfrm>
              <a:off x="4511080" y="3311520"/>
              <a:ext cx="482040" cy="17820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9FCD6649-7F0D-10CC-E8E2-D16CF7B789F2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506760" y="3284880"/>
                <a:ext cx="490680" cy="23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5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E9091965-F3D5-87D4-F593-8579A5C17397}"/>
                  </a:ext>
                </a:extLst>
              </p14:cNvPr>
              <p14:cNvContentPartPr/>
              <p14:nvPr/>
            </p14:nvContentPartPr>
            <p14:xfrm>
              <a:off x="5293240" y="3314400"/>
              <a:ext cx="845640" cy="1767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E9091965-F3D5-87D4-F593-8579A5C17397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288920" y="3287760"/>
                <a:ext cx="854280" cy="23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7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82E4E821-CF4E-A08B-3F74-68198ED8A874}"/>
                  </a:ext>
                </a:extLst>
              </p14:cNvPr>
              <p14:cNvContentPartPr/>
              <p14:nvPr/>
            </p14:nvContentPartPr>
            <p14:xfrm>
              <a:off x="7436560" y="3332520"/>
              <a:ext cx="145440" cy="1587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82E4E821-CF4E-A08B-3F74-68198ED8A874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432240" y="3305520"/>
                <a:ext cx="154080" cy="21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9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97C7AB46-6EB3-9501-C4B1-63C6F987FA7B}"/>
                  </a:ext>
                </a:extLst>
              </p14:cNvPr>
              <p14:cNvContentPartPr/>
              <p14:nvPr/>
            </p14:nvContentPartPr>
            <p14:xfrm>
              <a:off x="8361640" y="3314520"/>
              <a:ext cx="167760" cy="18000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97C7AB46-6EB3-9501-C4B1-63C6F987FA7B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8357320" y="3287880"/>
                <a:ext cx="176400" cy="23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1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95B9C21B-1647-CFBA-4FAD-B3A031CFDCFA}"/>
                  </a:ext>
                </a:extLst>
              </p14:cNvPr>
              <p14:cNvContentPartPr/>
              <p14:nvPr/>
            </p14:nvContentPartPr>
            <p14:xfrm>
              <a:off x="8597440" y="1577040"/>
              <a:ext cx="10440" cy="23652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95B9C21B-1647-CFBA-4FAD-B3A031CFDCFA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8593120" y="1550400"/>
                <a:ext cx="19080" cy="290160"/>
              </a:xfrm>
              <a:prstGeom prst="rect">
                <a:avLst/>
              </a:prstGeom>
            </p:spPr>
          </p:pic>
        </mc:Fallback>
      </mc:AlternateContent>
      <p:sp>
        <p:nvSpPr>
          <p:cNvPr id="27" name="Rectangle 26">
            <a:extLst>
              <a:ext uri="{FF2B5EF4-FFF2-40B4-BE49-F238E27FC236}">
                <a16:creationId xmlns:a16="http://schemas.microsoft.com/office/drawing/2014/main" id="{E4BF04AE-C2C4-B4A5-8B7C-B07A8B3ADE0B}"/>
              </a:ext>
            </a:extLst>
          </p:cNvPr>
          <p:cNvSpPr/>
          <p:nvPr/>
        </p:nvSpPr>
        <p:spPr>
          <a:xfrm>
            <a:off x="5354320" y="891540"/>
            <a:ext cx="1084580" cy="1627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6D44068-87F3-9925-15D2-B8C2E78AC32F}"/>
              </a:ext>
            </a:extLst>
          </p:cNvPr>
          <p:cNvSpPr/>
          <p:nvPr/>
        </p:nvSpPr>
        <p:spPr>
          <a:xfrm>
            <a:off x="6573520" y="891540"/>
            <a:ext cx="1102360" cy="1627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6AE45CF-FB43-3348-82CE-9BCE73E16BB6}"/>
              </a:ext>
            </a:extLst>
          </p:cNvPr>
          <p:cNvSpPr/>
          <p:nvPr/>
        </p:nvSpPr>
        <p:spPr>
          <a:xfrm>
            <a:off x="5989320" y="1623060"/>
            <a:ext cx="1041400" cy="1627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Arc 29">
            <a:extLst>
              <a:ext uri="{FF2B5EF4-FFF2-40B4-BE49-F238E27FC236}">
                <a16:creationId xmlns:a16="http://schemas.microsoft.com/office/drawing/2014/main" id="{09C895F9-5F99-2671-A28F-A7D8DF087CB2}"/>
              </a:ext>
            </a:extLst>
          </p:cNvPr>
          <p:cNvSpPr/>
          <p:nvPr/>
        </p:nvSpPr>
        <p:spPr>
          <a:xfrm>
            <a:off x="5732780" y="891540"/>
            <a:ext cx="162560" cy="176760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3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2656526A-B7CD-71D1-3106-33FDE8862A1D}"/>
                  </a:ext>
                </a:extLst>
              </p14:cNvPr>
              <p14:cNvContentPartPr/>
              <p14:nvPr/>
            </p14:nvContentPartPr>
            <p14:xfrm>
              <a:off x="2444145" y="929325"/>
              <a:ext cx="556560" cy="13572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2656526A-B7CD-71D1-3106-33FDE8862A1D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2439825" y="902325"/>
                <a:ext cx="565200" cy="18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5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E53036FF-D852-E249-C001-865124FB7DE8}"/>
                  </a:ext>
                </a:extLst>
              </p14:cNvPr>
              <p14:cNvContentPartPr/>
              <p14:nvPr/>
            </p14:nvContentPartPr>
            <p14:xfrm>
              <a:off x="2432625" y="1068645"/>
              <a:ext cx="19080" cy="432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E53036FF-D852-E249-C001-865124FB7DE8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2428305" y="1041645"/>
                <a:ext cx="27720" cy="5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7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35814EA2-94C4-3661-40EE-0FFB9863755B}"/>
                  </a:ext>
                </a:extLst>
              </p14:cNvPr>
              <p14:cNvContentPartPr/>
              <p14:nvPr/>
            </p14:nvContentPartPr>
            <p14:xfrm>
              <a:off x="5749125" y="893325"/>
              <a:ext cx="141840" cy="16596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35814EA2-94C4-3661-40EE-0FFB9863755B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5744805" y="866325"/>
                <a:ext cx="150480" cy="21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9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B3A4C5A9-3CB5-919F-8404-3501C8AF2F1B}"/>
                  </a:ext>
                </a:extLst>
              </p14:cNvPr>
              <p14:cNvContentPartPr/>
              <p14:nvPr/>
            </p14:nvContentPartPr>
            <p14:xfrm>
              <a:off x="6154755" y="889365"/>
              <a:ext cx="280440" cy="17172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B3A4C5A9-3CB5-919F-8404-3501C8AF2F1B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6150435" y="862725"/>
                <a:ext cx="289080" cy="22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1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B4F4593E-48A4-D657-7E5B-E321E49397E7}"/>
                  </a:ext>
                </a:extLst>
              </p14:cNvPr>
              <p14:cNvContentPartPr/>
              <p14:nvPr/>
            </p14:nvContentPartPr>
            <p14:xfrm>
              <a:off x="6598545" y="889185"/>
              <a:ext cx="480600" cy="16416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B4F4593E-48A4-D657-7E5B-E321E49397E7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6594225" y="862545"/>
                <a:ext cx="489240" cy="21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3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373748A9-EDE2-DEF7-BBF2-C7E1450B3145}"/>
                  </a:ext>
                </a:extLst>
              </p14:cNvPr>
              <p14:cNvContentPartPr/>
              <p14:nvPr/>
            </p14:nvContentPartPr>
            <p14:xfrm>
              <a:off x="6972315" y="898905"/>
              <a:ext cx="360" cy="36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373748A9-EDE2-DEF7-BBF2-C7E1450B3145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6967995" y="872265"/>
                <a:ext cx="9000" cy="5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5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C69681A4-DCC2-A23F-4987-D68F52954ABC}"/>
                  </a:ext>
                </a:extLst>
              </p14:cNvPr>
              <p14:cNvContentPartPr/>
              <p14:nvPr/>
            </p14:nvContentPartPr>
            <p14:xfrm>
              <a:off x="6975915" y="889185"/>
              <a:ext cx="608760" cy="17532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C69681A4-DCC2-A23F-4987-D68F52954ABC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6971595" y="862545"/>
                <a:ext cx="617400" cy="22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7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6A2628A2-855A-BC93-ECCE-DC3E134EDBE4}"/>
                  </a:ext>
                </a:extLst>
              </p14:cNvPr>
              <p14:cNvContentPartPr/>
              <p14:nvPr/>
            </p14:nvContentPartPr>
            <p14:xfrm>
              <a:off x="7543545" y="893145"/>
              <a:ext cx="136440" cy="2232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6A2628A2-855A-BC93-ECCE-DC3E134EDBE4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7539225" y="866505"/>
                <a:ext cx="145080" cy="75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787670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PlaceHolder 1"/>
          <p:cNvSpPr>
            <a:spLocks noGrp="1"/>
          </p:cNvSpPr>
          <p:nvPr>
            <p:ph type="title"/>
          </p:nvPr>
        </p:nvSpPr>
        <p:spPr>
          <a:xfrm>
            <a:off x="1866960" y="2181240"/>
            <a:ext cx="5409720" cy="1628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4800" b="1" strike="noStrike" spc="-1">
                <a:solidFill>
                  <a:schemeClr val="dk1"/>
                </a:solidFill>
                <a:latin typeface="Montserrat"/>
                <a:ea typeface="Montserrat"/>
              </a:rPr>
              <a:t>Key Features</a:t>
            </a:r>
            <a:endParaRPr lang="fr-FR" sz="4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750" name="PlaceHolder 2"/>
          <p:cNvSpPr>
            <a:spLocks noGrp="1"/>
          </p:cNvSpPr>
          <p:nvPr>
            <p:ph type="title"/>
          </p:nvPr>
        </p:nvSpPr>
        <p:spPr>
          <a:xfrm>
            <a:off x="1866960" y="1333440"/>
            <a:ext cx="1476000" cy="837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6000" b="0" strike="noStrike" spc="-1">
                <a:solidFill>
                  <a:schemeClr val="lt1"/>
                </a:solidFill>
                <a:latin typeface="Montserrat"/>
                <a:ea typeface="Montserrat"/>
              </a:rPr>
              <a:t>02</a:t>
            </a:r>
            <a:endParaRPr lang="fr-FR" sz="60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PlaceHolder 1"/>
          <p:cNvSpPr>
            <a:spLocks noGrp="1"/>
          </p:cNvSpPr>
          <p:nvPr>
            <p:ph type="title"/>
          </p:nvPr>
        </p:nvSpPr>
        <p:spPr>
          <a:xfrm>
            <a:off x="714240" y="876240"/>
            <a:ext cx="3981240" cy="1028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3000" b="1" strike="noStrike" spc="-1">
                <a:solidFill>
                  <a:schemeClr val="dk1"/>
                </a:solidFill>
                <a:latin typeface="Montserrat"/>
                <a:ea typeface="Montserrat"/>
              </a:rPr>
              <a:t>Admin functions: account management</a:t>
            </a:r>
            <a:endParaRPr lang="fr-FR" sz="30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752" name="PlaceHolder 2"/>
          <p:cNvSpPr>
            <a:spLocks noGrp="1"/>
          </p:cNvSpPr>
          <p:nvPr>
            <p:ph type="subTitle"/>
          </p:nvPr>
        </p:nvSpPr>
        <p:spPr>
          <a:xfrm>
            <a:off x="714240" y="1962000"/>
            <a:ext cx="3981240" cy="681673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1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200" b="0" strike="noStrike" spc="-1" dirty="0">
                <a:solidFill>
                  <a:schemeClr val="dk1"/>
                </a:solidFill>
                <a:latin typeface="Actor"/>
                <a:ea typeface="Actor"/>
              </a:rPr>
              <a:t>Administrators can create, view, update, and search for accounts, as well as process fund transfers and view transaction logs seamlessly.</a:t>
            </a:r>
            <a:endParaRPr lang="en-US" sz="1200" b="0" strike="noStrike" spc="-1" dirty="0">
              <a:solidFill>
                <a:srgbClr val="FFFFFF"/>
              </a:solidFill>
              <a:latin typeface="OpenSymbol"/>
            </a:endParaRPr>
          </a:p>
        </p:txBody>
      </p:sp>
      <p:pic>
        <p:nvPicPr>
          <p:cNvPr id="753" name="Google Shape;846;p32"/>
          <p:cNvPicPr/>
          <p:nvPr/>
        </p:nvPicPr>
        <p:blipFill>
          <a:blip r:embed="rId2"/>
          <a:srcRect t="15165" b="15165"/>
          <a:stretch/>
        </p:blipFill>
        <p:spPr>
          <a:xfrm>
            <a:off x="5009760" y="0"/>
            <a:ext cx="4133880" cy="5143320"/>
          </a:xfrm>
          <a:prstGeom prst="rect">
            <a:avLst/>
          </a:prstGeom>
          <a:ln w="0"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EB97B18-4430-47B8-AB7B-640126213762}"/>
              </a:ext>
            </a:extLst>
          </p:cNvPr>
          <p:cNvSpPr txBox="1"/>
          <p:nvPr/>
        </p:nvSpPr>
        <p:spPr>
          <a:xfrm>
            <a:off x="1306481" y="2871301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PlaceHolder 1"/>
          <p:cNvSpPr>
            <a:spLocks noGrp="1"/>
          </p:cNvSpPr>
          <p:nvPr>
            <p:ph type="title"/>
          </p:nvPr>
        </p:nvSpPr>
        <p:spPr>
          <a:xfrm>
            <a:off x="1647720" y="971640"/>
            <a:ext cx="5419440" cy="1056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3000" b="1" strike="noStrike" spc="-1">
                <a:solidFill>
                  <a:schemeClr val="dk1"/>
                </a:solidFill>
                <a:latin typeface="Montserrat"/>
                <a:ea typeface="Montserrat"/>
              </a:rPr>
              <a:t>User functions: account access</a:t>
            </a:r>
            <a:endParaRPr lang="fr-FR" sz="30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755" name="PlaceHolder 2"/>
          <p:cNvSpPr>
            <a:spLocks noGrp="1"/>
          </p:cNvSpPr>
          <p:nvPr>
            <p:ph type="subTitle"/>
          </p:nvPr>
        </p:nvSpPr>
        <p:spPr>
          <a:xfrm>
            <a:off x="1647720" y="2028960"/>
            <a:ext cx="5419440" cy="2142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200" b="0" strike="noStrike" spc="-1">
                <a:solidFill>
                  <a:schemeClr val="dk1"/>
                </a:solidFill>
                <a:latin typeface="Actor"/>
                <a:ea typeface="Actor"/>
              </a:rPr>
              <a:t>Users can view their account details, check balances, and log out easily, ensuring secure access to personal banking information.</a:t>
            </a:r>
            <a:endParaRPr lang="en-US" sz="1200" b="0" strike="noStrike" spc="-1">
              <a:solidFill>
                <a:srgbClr val="FFFFFF"/>
              </a:solidFill>
              <a:latin typeface="OpenSymbo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A48315-2C74-4C37-A4DA-0A27FD83869A}"/>
              </a:ext>
            </a:extLst>
          </p:cNvPr>
          <p:cNvSpPr txBox="1"/>
          <p:nvPr/>
        </p:nvSpPr>
        <p:spPr>
          <a:xfrm>
            <a:off x="6152760" y="2571750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PlaceHolder 1"/>
          <p:cNvSpPr>
            <a:spLocks noGrp="1"/>
          </p:cNvSpPr>
          <p:nvPr>
            <p:ph type="title"/>
          </p:nvPr>
        </p:nvSpPr>
        <p:spPr>
          <a:xfrm>
            <a:off x="1647720" y="971640"/>
            <a:ext cx="5419440" cy="1056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3000" b="1" strike="noStrike" spc="-1">
                <a:solidFill>
                  <a:schemeClr val="dk1"/>
                </a:solidFill>
                <a:latin typeface="Montserrat"/>
                <a:ea typeface="Montserrat"/>
              </a:rPr>
              <a:t>Transaction handling</a:t>
            </a:r>
            <a:endParaRPr lang="fr-FR" sz="30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757" name="PlaceHolder 2"/>
          <p:cNvSpPr>
            <a:spLocks noGrp="1"/>
          </p:cNvSpPr>
          <p:nvPr>
            <p:ph type="subTitle"/>
          </p:nvPr>
        </p:nvSpPr>
        <p:spPr>
          <a:xfrm>
            <a:off x="1647720" y="2028960"/>
            <a:ext cx="5419440" cy="2142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200" b="0" strike="noStrike" spc="-1">
                <a:solidFill>
                  <a:schemeClr val="dk1"/>
                </a:solidFill>
                <a:latin typeface="Actor"/>
                <a:ea typeface="Actor"/>
              </a:rPr>
              <a:t>The application efficiently handles fund transfers between accounts and logs these transactions, providing a complete audit trail.</a:t>
            </a:r>
            <a:endParaRPr lang="en-US" sz="1200" b="0" strike="noStrike" spc="-1">
              <a:solidFill>
                <a:srgbClr val="FFFFFF"/>
              </a:solidFill>
              <a:latin typeface="OpenSymbo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PlaceHolder 1"/>
          <p:cNvSpPr>
            <a:spLocks noGrp="1"/>
          </p:cNvSpPr>
          <p:nvPr>
            <p:ph type="title"/>
          </p:nvPr>
        </p:nvSpPr>
        <p:spPr>
          <a:xfrm>
            <a:off x="1866960" y="2181240"/>
            <a:ext cx="5409720" cy="1628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4800" b="1" strike="noStrike" spc="-1">
                <a:solidFill>
                  <a:schemeClr val="dk1"/>
                </a:solidFill>
                <a:latin typeface="Montserrat"/>
                <a:ea typeface="Montserrat"/>
              </a:rPr>
              <a:t>Code Structure</a:t>
            </a:r>
            <a:endParaRPr lang="fr-FR" sz="4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759" name="PlaceHolder 2"/>
          <p:cNvSpPr>
            <a:spLocks noGrp="1"/>
          </p:cNvSpPr>
          <p:nvPr>
            <p:ph type="title"/>
          </p:nvPr>
        </p:nvSpPr>
        <p:spPr>
          <a:xfrm>
            <a:off x="1866960" y="1333440"/>
            <a:ext cx="1476000" cy="837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6000" b="0" strike="noStrike" spc="-1">
                <a:solidFill>
                  <a:schemeClr val="lt1"/>
                </a:solidFill>
                <a:latin typeface="Montserrat"/>
                <a:ea typeface="Montserrat"/>
              </a:rPr>
              <a:t>03</a:t>
            </a:r>
            <a:endParaRPr lang="fr-FR" sz="60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PlaceHolder 1"/>
          <p:cNvSpPr>
            <a:spLocks noGrp="1"/>
          </p:cNvSpPr>
          <p:nvPr>
            <p:ph type="title"/>
          </p:nvPr>
        </p:nvSpPr>
        <p:spPr>
          <a:xfrm>
            <a:off x="1647720" y="971640"/>
            <a:ext cx="5419440" cy="1056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3000" b="1" strike="noStrike" spc="-1">
                <a:solidFill>
                  <a:schemeClr val="dk1"/>
                </a:solidFill>
                <a:latin typeface="Montserrat"/>
                <a:ea typeface="Montserrat"/>
              </a:rPr>
              <a:t>Classes and methods overview</a:t>
            </a:r>
            <a:endParaRPr lang="fr-FR" sz="30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761" name="PlaceHolder 2"/>
          <p:cNvSpPr>
            <a:spLocks noGrp="1"/>
          </p:cNvSpPr>
          <p:nvPr>
            <p:ph type="subTitle"/>
          </p:nvPr>
        </p:nvSpPr>
        <p:spPr>
          <a:xfrm>
            <a:off x="1647720" y="2028960"/>
            <a:ext cx="5419440" cy="2142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200" b="0" strike="noStrike" spc="-1">
                <a:solidFill>
                  <a:schemeClr val="dk1"/>
                </a:solidFill>
                <a:latin typeface="Actor"/>
                <a:ea typeface="Actor"/>
              </a:rPr>
              <a:t>The system is structured into various classes, each responsible for specific functionalities like authentication, account management, and transaction processing.</a:t>
            </a:r>
            <a:endParaRPr lang="en-US" sz="1200" b="0" strike="noStrike" spc="-1">
              <a:solidFill>
                <a:srgbClr val="FFFFFF"/>
              </a:solidFill>
              <a:latin typeface="OpenSymbo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PlaceHolder 1"/>
          <p:cNvSpPr>
            <a:spLocks noGrp="1"/>
          </p:cNvSpPr>
          <p:nvPr>
            <p:ph type="title"/>
          </p:nvPr>
        </p:nvSpPr>
        <p:spPr>
          <a:xfrm>
            <a:off x="714240" y="876240"/>
            <a:ext cx="3981240" cy="1028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3000" b="1" strike="noStrike" spc="-1">
                <a:solidFill>
                  <a:schemeClr val="dk1"/>
                </a:solidFill>
                <a:latin typeface="Montserrat"/>
                <a:ea typeface="Montserrat"/>
              </a:rPr>
              <a:t>File usage: accounts.txt and transactions.txt</a:t>
            </a:r>
            <a:endParaRPr lang="fr-FR" sz="30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763" name="PlaceHolder 2"/>
          <p:cNvSpPr>
            <a:spLocks noGrp="1"/>
          </p:cNvSpPr>
          <p:nvPr>
            <p:ph type="subTitle"/>
          </p:nvPr>
        </p:nvSpPr>
        <p:spPr>
          <a:xfrm>
            <a:off x="714240" y="1962000"/>
            <a:ext cx="3981240" cy="2295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200" b="0" strike="noStrike" spc="-1">
                <a:solidFill>
                  <a:schemeClr val="dk1"/>
                </a:solidFill>
                <a:latin typeface="Actor"/>
                <a:ea typeface="Actor"/>
              </a:rPr>
              <a:t>Data is stored in text files, including accounts.txt for account information and transactions.txt for logging all fund transfers, enabling easy access and management.</a:t>
            </a:r>
            <a:endParaRPr lang="en-US" sz="1200" b="0" strike="noStrike" spc="-1">
              <a:solidFill>
                <a:srgbClr val="FFFFFF"/>
              </a:solidFill>
              <a:latin typeface="OpenSymbol"/>
            </a:endParaRPr>
          </a:p>
        </p:txBody>
      </p:sp>
      <p:pic>
        <p:nvPicPr>
          <p:cNvPr id="764" name="Google Shape;846;p32"/>
          <p:cNvPicPr/>
          <p:nvPr/>
        </p:nvPicPr>
        <p:blipFill>
          <a:blip r:embed="rId2"/>
          <a:srcRect t="15165" b="15165"/>
          <a:stretch/>
        </p:blipFill>
        <p:spPr>
          <a:xfrm>
            <a:off x="5009760" y="0"/>
            <a:ext cx="4133880" cy="51433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PlaceHolder 1"/>
          <p:cNvSpPr>
            <a:spLocks noGrp="1"/>
          </p:cNvSpPr>
          <p:nvPr>
            <p:ph type="title"/>
          </p:nvPr>
        </p:nvSpPr>
        <p:spPr>
          <a:xfrm>
            <a:off x="1647720" y="971640"/>
            <a:ext cx="5419440" cy="1056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3000" b="1" strike="noStrike" spc="-1">
                <a:solidFill>
                  <a:schemeClr val="dk1"/>
                </a:solidFill>
                <a:latin typeface="Montserrat"/>
                <a:ea typeface="Montserrat"/>
              </a:rPr>
              <a:t>Input validation and authentication</a:t>
            </a:r>
            <a:endParaRPr lang="fr-FR" sz="30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766" name="PlaceHolder 2"/>
          <p:cNvSpPr>
            <a:spLocks noGrp="1"/>
          </p:cNvSpPr>
          <p:nvPr>
            <p:ph type="subTitle"/>
          </p:nvPr>
        </p:nvSpPr>
        <p:spPr>
          <a:xfrm>
            <a:off x="1647720" y="2028960"/>
            <a:ext cx="5419440" cy="2142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200" b="0" strike="noStrike" spc="-1">
                <a:solidFill>
                  <a:schemeClr val="dk1"/>
                </a:solidFill>
                <a:latin typeface="Actor"/>
                <a:ea typeface="Actor"/>
              </a:rPr>
              <a:t>The system incorporates robust input validation to prevent errors and ensure data integrity, coupled with an authentication mechanism for secure admin logins.</a:t>
            </a:r>
            <a:endParaRPr lang="en-US" sz="1200" b="0" strike="noStrike" spc="-1">
              <a:solidFill>
                <a:srgbClr val="FFFFFF"/>
              </a:solidFill>
              <a:latin typeface="OpenSymbo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PlaceHolder 1"/>
          <p:cNvSpPr>
            <a:spLocks noGrp="1"/>
          </p:cNvSpPr>
          <p:nvPr>
            <p:ph type="title"/>
          </p:nvPr>
        </p:nvSpPr>
        <p:spPr>
          <a:xfrm>
            <a:off x="1866960" y="2181240"/>
            <a:ext cx="5409720" cy="1628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4800" b="1" strike="noStrike" spc="-1">
                <a:solidFill>
                  <a:schemeClr val="dk1"/>
                </a:solidFill>
                <a:latin typeface="Montserrat"/>
                <a:ea typeface="Montserrat"/>
              </a:rPr>
              <a:t>Strengths</a:t>
            </a:r>
            <a:endParaRPr lang="fr-FR" sz="4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768" name="PlaceHolder 2"/>
          <p:cNvSpPr>
            <a:spLocks noGrp="1"/>
          </p:cNvSpPr>
          <p:nvPr>
            <p:ph type="title"/>
          </p:nvPr>
        </p:nvSpPr>
        <p:spPr>
          <a:xfrm>
            <a:off x="1866960" y="1333440"/>
            <a:ext cx="1476000" cy="837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6000" b="0" strike="noStrike" spc="-1">
                <a:solidFill>
                  <a:schemeClr val="lt1"/>
                </a:solidFill>
                <a:latin typeface="Montserrat"/>
                <a:ea typeface="Montserrat"/>
              </a:rPr>
              <a:t>04</a:t>
            </a:r>
            <a:endParaRPr lang="fr-FR" sz="60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PlaceHolder 1"/>
          <p:cNvSpPr>
            <a:spLocks noGrp="1"/>
          </p:cNvSpPr>
          <p:nvPr>
            <p:ph type="title"/>
          </p:nvPr>
        </p:nvSpPr>
        <p:spPr>
          <a:xfrm>
            <a:off x="1647720" y="971640"/>
            <a:ext cx="5419440" cy="1056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3000" b="1" strike="noStrike" spc="-1">
                <a:solidFill>
                  <a:schemeClr val="dk1"/>
                </a:solidFill>
                <a:latin typeface="Montserrat"/>
                <a:ea typeface="Montserrat"/>
              </a:rPr>
              <a:t>Modular design benefits</a:t>
            </a:r>
            <a:endParaRPr lang="fr-FR" sz="30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770" name="PlaceHolder 2"/>
          <p:cNvSpPr>
            <a:spLocks noGrp="1"/>
          </p:cNvSpPr>
          <p:nvPr>
            <p:ph type="subTitle"/>
          </p:nvPr>
        </p:nvSpPr>
        <p:spPr>
          <a:xfrm>
            <a:off x="1647720" y="2028960"/>
            <a:ext cx="5419440" cy="2142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800" b="0" strike="noStrike" spc="-1" dirty="0">
                <a:solidFill>
                  <a:schemeClr val="dk1"/>
                </a:solidFill>
                <a:latin typeface="Actor"/>
                <a:ea typeface="Actor"/>
              </a:rPr>
              <a:t>The modular design allows clear separation between user roles and functionalities, facilitating easier maintenance and scalability of the application.</a:t>
            </a:r>
            <a:endParaRPr lang="en-US" sz="1800" b="0" strike="noStrike" spc="-1" dirty="0">
              <a:solidFill>
                <a:srgbClr val="FFFFFF"/>
              </a:solidFill>
              <a:latin typeface="OpenSymbo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PlaceHolder 1"/>
          <p:cNvSpPr>
            <a:spLocks noGrp="1"/>
          </p:cNvSpPr>
          <p:nvPr>
            <p:ph type="title"/>
          </p:nvPr>
        </p:nvSpPr>
        <p:spPr>
          <a:xfrm>
            <a:off x="714240" y="876240"/>
            <a:ext cx="3981240" cy="1028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3000" b="1" strike="noStrike" spc="-1">
                <a:solidFill>
                  <a:schemeClr val="dk1"/>
                </a:solidFill>
                <a:latin typeface="Montserrat"/>
                <a:ea typeface="Montserrat"/>
              </a:rPr>
              <a:t>File-based persistence advantages</a:t>
            </a:r>
            <a:endParaRPr lang="fr-FR" sz="30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772" name="PlaceHolder 2"/>
          <p:cNvSpPr>
            <a:spLocks noGrp="1"/>
          </p:cNvSpPr>
          <p:nvPr>
            <p:ph type="subTitle"/>
          </p:nvPr>
        </p:nvSpPr>
        <p:spPr>
          <a:xfrm>
            <a:off x="714240" y="1962000"/>
            <a:ext cx="3981240" cy="2295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800" b="0" strike="noStrike" spc="-1" dirty="0">
                <a:solidFill>
                  <a:schemeClr val="dk1"/>
                </a:solidFill>
                <a:latin typeface="Actor"/>
                <a:ea typeface="Actor"/>
              </a:rPr>
              <a:t>Utilizing text files for data storage eliminates the need for complex database management, enabling quick access and simplicity in data handling.</a:t>
            </a:r>
            <a:endParaRPr lang="en-US" sz="1800" b="0" strike="noStrike" spc="-1" dirty="0">
              <a:solidFill>
                <a:srgbClr val="FFFFFF"/>
              </a:solidFill>
              <a:latin typeface="OpenSymbol"/>
            </a:endParaRPr>
          </a:p>
        </p:txBody>
      </p:sp>
      <p:pic>
        <p:nvPicPr>
          <p:cNvPr id="773" name="Google Shape;846;p32"/>
          <p:cNvPicPr/>
          <p:nvPr/>
        </p:nvPicPr>
        <p:blipFill>
          <a:blip r:embed="rId2"/>
          <a:srcRect t="15165" b="15165"/>
          <a:stretch/>
        </p:blipFill>
        <p:spPr>
          <a:xfrm>
            <a:off x="5009760" y="0"/>
            <a:ext cx="4133880" cy="51433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PlaceHolder 1"/>
          <p:cNvSpPr>
            <a:spLocks noGrp="1"/>
          </p:cNvSpPr>
          <p:nvPr>
            <p:ph type="title"/>
          </p:nvPr>
        </p:nvSpPr>
        <p:spPr>
          <a:xfrm>
            <a:off x="1647720" y="971640"/>
            <a:ext cx="5419440" cy="1056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3000" b="1" strike="noStrike" spc="-1">
                <a:solidFill>
                  <a:schemeClr val="dk1"/>
                </a:solidFill>
                <a:latin typeface="Montserrat"/>
                <a:ea typeface="Montserrat"/>
              </a:rPr>
              <a:t>Transaction logging for auditability</a:t>
            </a:r>
            <a:endParaRPr lang="fr-FR" sz="30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775" name="PlaceHolder 2"/>
          <p:cNvSpPr>
            <a:spLocks noGrp="1"/>
          </p:cNvSpPr>
          <p:nvPr>
            <p:ph type="subTitle"/>
          </p:nvPr>
        </p:nvSpPr>
        <p:spPr>
          <a:xfrm>
            <a:off x="1647720" y="2028960"/>
            <a:ext cx="5419440" cy="2142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800" b="0" strike="noStrike" spc="-1" dirty="0">
                <a:solidFill>
                  <a:schemeClr val="dk1"/>
                </a:solidFill>
                <a:latin typeface="Actor"/>
                <a:ea typeface="Actor"/>
              </a:rPr>
              <a:t>Every fund transfer is logged with timestamps, ensuring an accurate audit trail that enhances transparency and accountability in banking operations.</a:t>
            </a:r>
            <a:endParaRPr lang="en-US" sz="1800" b="0" strike="noStrike" spc="-1" dirty="0">
              <a:solidFill>
                <a:srgbClr val="FFFFFF"/>
              </a:solidFill>
              <a:latin typeface="OpenSymbo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PlaceHolder 1"/>
          <p:cNvSpPr>
            <a:spLocks noGrp="1"/>
          </p:cNvSpPr>
          <p:nvPr>
            <p:ph type="title"/>
          </p:nvPr>
        </p:nvSpPr>
        <p:spPr>
          <a:xfrm>
            <a:off x="1866960" y="2181240"/>
            <a:ext cx="5409720" cy="1628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4800" b="1" strike="noStrike" spc="-1">
                <a:solidFill>
                  <a:schemeClr val="dk1"/>
                </a:solidFill>
                <a:latin typeface="Montserrat"/>
                <a:ea typeface="Montserrat"/>
              </a:rPr>
              <a:t>Running the System</a:t>
            </a:r>
            <a:endParaRPr lang="fr-FR" sz="4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777" name="PlaceHolder 2"/>
          <p:cNvSpPr>
            <a:spLocks noGrp="1"/>
          </p:cNvSpPr>
          <p:nvPr>
            <p:ph type="title"/>
          </p:nvPr>
        </p:nvSpPr>
        <p:spPr>
          <a:xfrm>
            <a:off x="1866960" y="1333440"/>
            <a:ext cx="1476000" cy="837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6000" b="0" strike="noStrike" spc="-1">
                <a:solidFill>
                  <a:schemeClr val="lt1"/>
                </a:solidFill>
                <a:latin typeface="Montserrat"/>
                <a:ea typeface="Montserrat"/>
              </a:rPr>
              <a:t>05</a:t>
            </a:r>
            <a:endParaRPr lang="fr-FR" sz="60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PlaceHolder 1"/>
          <p:cNvSpPr>
            <a:spLocks noGrp="1"/>
          </p:cNvSpPr>
          <p:nvPr>
            <p:ph type="title"/>
          </p:nvPr>
        </p:nvSpPr>
        <p:spPr>
          <a:xfrm>
            <a:off x="714240" y="876240"/>
            <a:ext cx="3981240" cy="1028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3000" b="1" strike="noStrike" spc="-1">
                <a:solidFill>
                  <a:schemeClr val="dk1"/>
                </a:solidFill>
                <a:latin typeface="Montserrat"/>
                <a:ea typeface="Montserrat"/>
              </a:rPr>
              <a:t>Compilation and execution steps</a:t>
            </a:r>
            <a:endParaRPr lang="fr-FR" sz="30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779" name="PlaceHolder 2"/>
          <p:cNvSpPr>
            <a:spLocks noGrp="1"/>
          </p:cNvSpPr>
          <p:nvPr>
            <p:ph type="subTitle"/>
          </p:nvPr>
        </p:nvSpPr>
        <p:spPr>
          <a:xfrm>
            <a:off x="714240" y="1962000"/>
            <a:ext cx="3981240" cy="2295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600" b="0" strike="noStrike" spc="-1" dirty="0">
                <a:solidFill>
                  <a:schemeClr val="dk1"/>
                </a:solidFill>
                <a:latin typeface="Actor"/>
                <a:ea typeface="Actor"/>
              </a:rPr>
              <a:t>To run the system, ensure Java 8 or higher is installed, compile the main class using 'javac', and execute it using 'java', following the provided instructions.</a:t>
            </a:r>
            <a:endParaRPr lang="en-US" sz="1600" b="0" strike="noStrike" spc="-1" dirty="0">
              <a:solidFill>
                <a:srgbClr val="FFFFFF"/>
              </a:solidFill>
              <a:latin typeface="OpenSymbol"/>
            </a:endParaRPr>
          </a:p>
        </p:txBody>
      </p:sp>
      <p:pic>
        <p:nvPicPr>
          <p:cNvPr id="780" name="Google Shape;846;p32"/>
          <p:cNvPicPr/>
          <p:nvPr/>
        </p:nvPicPr>
        <p:blipFill>
          <a:blip r:embed="rId2"/>
          <a:srcRect t="15165" b="15165"/>
          <a:stretch/>
        </p:blipFill>
        <p:spPr>
          <a:xfrm>
            <a:off x="5009760" y="0"/>
            <a:ext cx="4133880" cy="51433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PlaceHolder 1"/>
          <p:cNvSpPr>
            <a:spLocks noGrp="1"/>
          </p:cNvSpPr>
          <p:nvPr>
            <p:ph type="title"/>
          </p:nvPr>
        </p:nvSpPr>
        <p:spPr>
          <a:xfrm>
            <a:off x="1647720" y="971640"/>
            <a:ext cx="5419440" cy="1056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3000" b="1" strike="noStrike" spc="-1">
                <a:solidFill>
                  <a:schemeClr val="dk1"/>
                </a:solidFill>
                <a:latin typeface="Montserrat"/>
                <a:ea typeface="Montserrat"/>
              </a:rPr>
              <a:t>Test credentials for access</a:t>
            </a:r>
            <a:endParaRPr lang="fr-FR" sz="30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782" name="PlaceHolder 2"/>
          <p:cNvSpPr>
            <a:spLocks noGrp="1"/>
          </p:cNvSpPr>
          <p:nvPr>
            <p:ph type="subTitle"/>
          </p:nvPr>
        </p:nvSpPr>
        <p:spPr>
          <a:xfrm>
            <a:off x="1647720" y="2028960"/>
            <a:ext cx="5419440" cy="2142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2000" b="0" strike="noStrike" spc="-1" dirty="0">
                <a:solidFill>
                  <a:schemeClr val="dk1"/>
                </a:solidFill>
                <a:latin typeface="Actor"/>
                <a:ea typeface="Actor"/>
              </a:rPr>
              <a:t>Default credentials for testing include an admin account with username 'Admin' and password 'Admin1234', along with valid user IDs listed in accounts.txt.</a:t>
            </a:r>
            <a:endParaRPr lang="en-US" sz="2000" b="0" strike="noStrike" spc="-1" dirty="0">
              <a:solidFill>
                <a:srgbClr val="FFFFFF"/>
              </a:solidFill>
              <a:latin typeface="OpenSymbo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PlaceHolder 1"/>
          <p:cNvSpPr>
            <a:spLocks noGrp="1"/>
          </p:cNvSpPr>
          <p:nvPr>
            <p:ph type="title"/>
          </p:nvPr>
        </p:nvSpPr>
        <p:spPr>
          <a:xfrm>
            <a:off x="1647720" y="971640"/>
            <a:ext cx="5419440" cy="1056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3000" b="1" strike="noStrike" spc="-1">
                <a:solidFill>
                  <a:schemeClr val="dk1"/>
                </a:solidFill>
                <a:latin typeface="Montserrat"/>
                <a:ea typeface="Montserrat"/>
              </a:rPr>
              <a:t>System requirements</a:t>
            </a:r>
            <a:endParaRPr lang="fr-FR" sz="30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784" name="PlaceHolder 2"/>
          <p:cNvSpPr>
            <a:spLocks noGrp="1"/>
          </p:cNvSpPr>
          <p:nvPr>
            <p:ph type="subTitle"/>
          </p:nvPr>
        </p:nvSpPr>
        <p:spPr>
          <a:xfrm>
            <a:off x="1647720" y="2028960"/>
            <a:ext cx="5419440" cy="2142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2000" b="0" strike="noStrike" spc="-1" dirty="0">
                <a:solidFill>
                  <a:schemeClr val="dk1"/>
                </a:solidFill>
                <a:latin typeface="Actor"/>
                <a:ea typeface="Actor"/>
              </a:rPr>
              <a:t>The application requires Java Runtime Environment (JRE) 8 or higher and a compatible text editor or IDE for compiling and running the Java files.</a:t>
            </a:r>
            <a:endParaRPr lang="en-US" sz="2000" b="0" strike="noStrike" spc="-1" dirty="0">
              <a:solidFill>
                <a:srgbClr val="FFFFFF"/>
              </a:solidFill>
              <a:latin typeface="OpenSymbo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PlaceHolder 1"/>
          <p:cNvSpPr>
            <a:spLocks noGrp="1"/>
          </p:cNvSpPr>
          <p:nvPr>
            <p:ph type="title"/>
          </p:nvPr>
        </p:nvSpPr>
        <p:spPr>
          <a:xfrm>
            <a:off x="1647720" y="971640"/>
            <a:ext cx="5419440" cy="1056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3000" b="1" strike="noStrike" spc="-1">
                <a:solidFill>
                  <a:schemeClr val="dk1"/>
                </a:solidFill>
                <a:latin typeface="Montserrat"/>
                <a:ea typeface="Montserrat"/>
              </a:rPr>
              <a:t>Conclusions</a:t>
            </a:r>
            <a:endParaRPr lang="fr-FR" sz="30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795" name="PlaceHolder 2"/>
          <p:cNvSpPr>
            <a:spLocks noGrp="1"/>
          </p:cNvSpPr>
          <p:nvPr>
            <p:ph type="subTitle"/>
          </p:nvPr>
        </p:nvSpPr>
        <p:spPr>
          <a:xfrm>
            <a:off x="1647720" y="2028960"/>
            <a:ext cx="5419440" cy="2142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200" b="0" strike="noStrike" spc="-1" dirty="0">
                <a:solidFill>
                  <a:schemeClr val="dk1"/>
                </a:solidFill>
                <a:latin typeface="Actor"/>
                <a:ea typeface="Actor"/>
              </a:rPr>
              <a:t>The Bank Management System is a functional prototype with core features for managing accounts. </a:t>
            </a:r>
            <a:endParaRPr lang="en-US" sz="1200" b="0" strike="noStrike" spc="-1" dirty="0">
              <a:solidFill>
                <a:srgbClr val="FFFFFF"/>
              </a:solidFill>
              <a:latin typeface="OpenSymbo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4A17049-A0A5-71D4-395E-CDBE245C579D}"/>
              </a:ext>
            </a:extLst>
          </p:cNvPr>
          <p:cNvSpPr txBox="1"/>
          <p:nvPr/>
        </p:nvSpPr>
        <p:spPr>
          <a:xfrm>
            <a:off x="2536467" y="2019631"/>
            <a:ext cx="37689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499759004"/>
      </p:ext>
    </p:extLst>
  </p:cSld>
  <p:clrMapOvr>
    <a:masterClrMapping/>
  </p:clrMapOvr>
</p:sld>
</file>

<file path=ppt/theme/theme1.xml><?xml version="1.0" encoding="utf-8"?>
<a:theme xmlns:a="http://schemas.openxmlformats.org/drawingml/2006/main" name="Artificial Intelligence in Finance Project Proposal by Slidesgo">
  <a:themeElements>
    <a:clrScheme name="Simple Light">
      <a:dk1>
        <a:srgbClr val="FFFFFF"/>
      </a:dk1>
      <a:lt1>
        <a:srgbClr val="8FDCF7"/>
      </a:lt1>
      <a:dk2>
        <a:srgbClr val="2F4780"/>
      </a:dk2>
      <a:lt2>
        <a:srgbClr val="1F2363"/>
      </a:lt2>
      <a:accent1>
        <a:srgbClr val="000000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Artificial Intelligence in Finance Project Proposal by Slidesgo">
  <a:themeElements>
    <a:clrScheme name="Simple Light">
      <a:dk1>
        <a:srgbClr val="FFFFFF"/>
      </a:dk1>
      <a:lt1>
        <a:srgbClr val="8FDCF7"/>
      </a:lt1>
      <a:dk2>
        <a:srgbClr val="2F4780"/>
      </a:dk2>
      <a:lt2>
        <a:srgbClr val="1F2363"/>
      </a:lt2>
      <a:accent1>
        <a:srgbClr val="000000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Artificial Intelligence in Finance Project Proposal by Slidesgo">
  <a:themeElements>
    <a:clrScheme name="Simple Light">
      <a:dk1>
        <a:srgbClr val="FFFFFF"/>
      </a:dk1>
      <a:lt1>
        <a:srgbClr val="8FDCF7"/>
      </a:lt1>
      <a:dk2>
        <a:srgbClr val="2F4780"/>
      </a:dk2>
      <a:lt2>
        <a:srgbClr val="1F2363"/>
      </a:lt2>
      <a:accent1>
        <a:srgbClr val="000000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Artificial Intelligence in Finance Project Proposal by Slidesgo">
  <a:themeElements>
    <a:clrScheme name="Simple Light">
      <a:dk1>
        <a:srgbClr val="FFFFFF"/>
      </a:dk1>
      <a:lt1>
        <a:srgbClr val="8FDCF7"/>
      </a:lt1>
      <a:dk2>
        <a:srgbClr val="2F4780"/>
      </a:dk2>
      <a:lt2>
        <a:srgbClr val="1F2363"/>
      </a:lt2>
      <a:accent1>
        <a:srgbClr val="000000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Words>618</Words>
  <Application>Microsoft Office PowerPoint</Application>
  <PresentationFormat>On-screen Show (16:9)</PresentationFormat>
  <Paragraphs>61</Paragraphs>
  <Slides>26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Artificial Intelligence in Finance Project Proposal by Slidesgo</vt:lpstr>
      <vt:lpstr>Artificial Intelligence in Finance Project Proposal by Slidesgo</vt:lpstr>
      <vt:lpstr>Artificial Intelligence in Finance Project Proposal by Slidesgo</vt:lpstr>
      <vt:lpstr>Artificial Intelligence in Finance Project Proposal by Slidesgo</vt:lpstr>
      <vt:lpstr>BANK MANAGEMENT SYSTEM</vt:lpstr>
      <vt:lpstr>Introduction</vt:lpstr>
      <vt:lpstr>Overview</vt:lpstr>
      <vt:lpstr>Java-based application</vt:lpstr>
      <vt:lpstr>User roles: Administrators and Users</vt:lpstr>
      <vt:lpstr>Core banking operations</vt:lpstr>
      <vt:lpstr>PowerPoint Presentation</vt:lpstr>
      <vt:lpstr>PowerPoint Presentation</vt:lpstr>
      <vt:lpstr>Key Features</vt:lpstr>
      <vt:lpstr>Admin functions: account management</vt:lpstr>
      <vt:lpstr>User functions: account access</vt:lpstr>
      <vt:lpstr>Transaction handling</vt:lpstr>
      <vt:lpstr>Code Structure</vt:lpstr>
      <vt:lpstr>Classes and methods overview</vt:lpstr>
      <vt:lpstr>File usage: accounts.txt and transactions.txt</vt:lpstr>
      <vt:lpstr>Input validation and authentication</vt:lpstr>
      <vt:lpstr>Strengths</vt:lpstr>
      <vt:lpstr>Modular design benefits</vt:lpstr>
      <vt:lpstr>File-based persistence advantages</vt:lpstr>
      <vt:lpstr>Transaction logging for auditability</vt:lpstr>
      <vt:lpstr>Running the System</vt:lpstr>
      <vt:lpstr>Compilation and execution steps</vt:lpstr>
      <vt:lpstr>Test credentials for access</vt:lpstr>
      <vt:lpstr>System requirements</vt:lpstr>
      <vt:lpstr>Conclusions</vt:lpstr>
      <vt:lpstr>PowerPoint Presentation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 MANAGEMENT SYSTEM</dc:title>
  <dc:creator>ZABIH ULLAH</dc:creator>
  <cp:lastModifiedBy>(SP25-BCT-004) ALI HAMZA</cp:lastModifiedBy>
  <cp:revision>2</cp:revision>
  <dcterms:modified xsi:type="dcterms:W3CDTF">2025-06-21T07:04:43Z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2025-06-20T11:11:13Z</dcterms:created>
  <dc:creator>Unknown Creator</dc:creator>
  <dc:description/>
  <dc:language>en-US</dc:language>
  <cp:lastModifiedBy>Unknown Creator</cp:lastModifiedBy>
  <dcterms:modified xsi:type="dcterms:W3CDTF">2025-06-20T11:11:13Z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28</vt:r8>
  </property>
</Properties>
</file>